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1" r:id="rId3"/>
    <p:sldId id="262" r:id="rId4"/>
    <p:sldId id="259" r:id="rId5"/>
    <p:sldId id="257" r:id="rId6"/>
    <p:sldId id="260" r:id="rId7"/>
    <p:sldId id="258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26" autoAdjust="0"/>
  </p:normalViewPr>
  <p:slideViewPr>
    <p:cSldViewPr snapToGrid="0">
      <p:cViewPr varScale="1">
        <p:scale>
          <a:sx n="82" d="100"/>
          <a:sy n="82" d="100"/>
        </p:scale>
        <p:origin x="6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52766-B2E6-4021-B153-BC2953BA9494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018D9-E70E-4A0A-BD0C-6D7E814D8E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6665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0A5DC9-C7E3-90C6-D3AD-4EF6BD2C5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842" y="1122363"/>
            <a:ext cx="11550316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C5C866-D5CA-9038-4633-A62A84C53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842" y="3602037"/>
            <a:ext cx="11550316" cy="23875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895368-069C-0ABA-A716-3868009E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9084C-96F4-4E25-A102-7CFE22CF233D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EFACE9-C068-8B35-F72D-3D2602B6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CAB938-48E3-EB62-65E9-AE5C55432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ADB0386-4163-4C75-8CA8-95340EB7C534}"/>
              </a:ext>
            </a:extLst>
          </p:cNvPr>
          <p:cNvCxnSpPr>
            <a:cxnSpLocks/>
          </p:cNvCxnSpPr>
          <p:nvPr userDrawn="1"/>
        </p:nvCxnSpPr>
        <p:spPr>
          <a:xfrm>
            <a:off x="320842" y="3556000"/>
            <a:ext cx="11550316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892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6A9FD-70EB-4368-645F-F6EF2BAD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2" y="136525"/>
            <a:ext cx="11550316" cy="761284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A03274-F7FE-D045-4EEC-A1F05C99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4B94-3514-41F5-AC56-C2D5842BAD15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B6C129-290B-9F4D-76F0-5A7B3B90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5AD6C7-151E-9828-D990-F5E9CC53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A29C184-D0DC-A960-F05B-95D06167D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42" y="1036319"/>
            <a:ext cx="11550316" cy="514064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AD90C6E-201C-0B79-06AC-8C2396836669}"/>
              </a:ext>
            </a:extLst>
          </p:cNvPr>
          <p:cNvSpPr/>
          <p:nvPr userDrawn="1"/>
        </p:nvSpPr>
        <p:spPr>
          <a:xfrm>
            <a:off x="0" y="943528"/>
            <a:ext cx="1219200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045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96F4EF-BF48-131D-18BB-7EDE12F8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284875-4113-8893-4252-765576F52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232905-1084-BDD5-B722-80F39598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F543-6E7C-439A-9210-322C1E4F55B7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40CD93-DAD2-3DE8-3D27-2D6062B4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66A52F-F748-2593-F37E-10E3EDD3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76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A269CC-CD80-D913-2EF4-B882814F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2" y="136525"/>
            <a:ext cx="11550316" cy="761284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9178BC-9731-FC4D-23F3-37F3AF1E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4BF8-D63B-4A5C-9F4E-F0149113616F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8ADEE0-EF53-AB4F-4B81-D4C09E6F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254DE5-2B9A-468E-FD4B-B8FB0276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95258D4A-2A10-97F6-1FD2-5C6B472CD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842" y="1036319"/>
            <a:ext cx="5698958" cy="51406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コンテンツ プレースホルダー 3">
            <a:extLst>
              <a:ext uri="{FF2B5EF4-FFF2-40B4-BE49-F238E27FC236}">
                <a16:creationId xmlns:a16="http://schemas.microsoft.com/office/drawing/2014/main" id="{65E046D6-FDFA-758D-21AB-E66BBD735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36319"/>
            <a:ext cx="5698958" cy="51406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0C51A92-0174-C1A7-4722-AC353B16A255}"/>
              </a:ext>
            </a:extLst>
          </p:cNvPr>
          <p:cNvSpPr/>
          <p:nvPr userDrawn="1"/>
        </p:nvSpPr>
        <p:spPr>
          <a:xfrm>
            <a:off x="0" y="943528"/>
            <a:ext cx="1219200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754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0DDA1F-25B6-54DA-31F1-E84E17E62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842" y="1808596"/>
            <a:ext cx="5676734" cy="4381067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9F3A7CB-54D5-4883-B6C9-EEEEF2F8A2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08596"/>
            <a:ext cx="5698958" cy="4381067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D06596-8DC3-085B-4774-2EACA7CC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6FBFA-F7CD-4DD5-84FC-2799ECF48016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660490-6CA1-E4EB-1CE6-06284A50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5F1E11D-FEF7-36DB-8EAF-C0D5AB58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67E90B5-C2F7-9897-94B3-583AA666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2" y="136525"/>
            <a:ext cx="11550316" cy="761284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1602FD72-0EAA-39CF-3C13-E28738A66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842" y="1034967"/>
            <a:ext cx="5676733" cy="669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B403D21A-BA13-594E-08A9-E0ACFF369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34967"/>
            <a:ext cx="5698958" cy="669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9E65084-3E64-1B4E-4E1F-98150B5C7961}"/>
              </a:ext>
            </a:extLst>
          </p:cNvPr>
          <p:cNvSpPr/>
          <p:nvPr userDrawn="1"/>
        </p:nvSpPr>
        <p:spPr>
          <a:xfrm>
            <a:off x="0" y="943528"/>
            <a:ext cx="1219200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A350D5-B009-867D-03D0-58A4B2299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2" y="136525"/>
            <a:ext cx="11550316" cy="761284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760752-2383-E34E-8851-B3B735F4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8D0B7-D3FB-4F1D-91C2-54A3166D559B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6322C3B-D7A4-3DD1-5BF7-72830437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BB51B51-D4F8-F027-8F79-70F16FA57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1D4B5C6-A8A6-8C7A-D88E-6D2D31B191FE}"/>
              </a:ext>
            </a:extLst>
          </p:cNvPr>
          <p:cNvSpPr/>
          <p:nvPr userDrawn="1"/>
        </p:nvSpPr>
        <p:spPr>
          <a:xfrm>
            <a:off x="0" y="943528"/>
            <a:ext cx="1219200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653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C45F7E3-C620-70CB-6506-C9485490D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EDF50-BD83-43B0-9101-91A99AC92E94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59060D-16BF-F0A7-6B0B-FD2BA99F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9206DC-D750-270D-1253-F33F5FCA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6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6E95AE-D2C4-8976-26ED-7CB38F30C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084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2A984-6051-473F-9213-9F796023346C}" type="datetime1">
              <a:rPr lang="ja-JP" altLang="en-US" smtClean="0"/>
              <a:t>2026/1/13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3E382B-6703-1872-05BA-0336D4797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ja-JP"/>
              <a:t>PLOTTER</a:t>
            </a:r>
            <a:r>
              <a:rPr lang="ja-JP" altLang="en-US"/>
              <a:t>説明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405A62-7361-124D-03B9-EE39D452D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795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FC54F-C4F7-43E2-9A13-814C4D3B0C4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140DE05-755A-B73C-7614-3D4577B2A7EF}"/>
              </a:ext>
            </a:extLst>
          </p:cNvPr>
          <p:cNvSpPr/>
          <p:nvPr userDrawn="1"/>
        </p:nvSpPr>
        <p:spPr>
          <a:xfrm>
            <a:off x="0" y="6243796"/>
            <a:ext cx="12192000" cy="45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89BC0DCD-F42D-F81D-B667-3F3EB829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42" y="136525"/>
            <a:ext cx="11550316" cy="761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E9A6F8E8-8B88-22D7-BC74-FB80DE1E7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842" y="1036319"/>
            <a:ext cx="11550316" cy="5140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85793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Wingdings" panose="05000000000000000000" pitchFamily="2" charset="2"/>
        <a:buChar char="l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Wingdings" panose="05000000000000000000" pitchFamily="2" charset="2"/>
        <a:buChar char="Ø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D44A06-7F16-9E38-7511-229E398F87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1893BF-91E1-14BC-1477-96D05B220D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作成者：小関 陽輔</a:t>
            </a:r>
            <a:endParaRPr kumimoji="1" lang="en-US" altLang="ja-JP" dirty="0"/>
          </a:p>
          <a:p>
            <a:r>
              <a:rPr lang="ja-JP" altLang="en-US" dirty="0"/>
              <a:t>開発時期：</a:t>
            </a:r>
            <a:r>
              <a:rPr lang="en-US" altLang="ja-JP" dirty="0"/>
              <a:t>2026</a:t>
            </a:r>
            <a:r>
              <a:rPr lang="ja-JP" altLang="en-US" dirty="0"/>
              <a:t>年</a:t>
            </a:r>
            <a:r>
              <a:rPr lang="en-US" altLang="ja-JP" dirty="0"/>
              <a:t>1</a:t>
            </a:r>
            <a:r>
              <a:rPr lang="ja-JP" altLang="en-US" dirty="0"/>
              <a:t>月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FB449A-8101-DC36-030D-9F313DFD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2766C-230E-4568-97E8-3CB91F3D4606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9968F4-E382-788F-AEF0-089BE4B6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CE9AAD-AC81-DB39-C721-E6B79231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266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CCCEFF-96E8-6E6E-5D3D-D37A77B3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app.map</a:t>
            </a:r>
            <a:r>
              <a:rPr lang="en-US" altLang="ja-JP" dirty="0"/>
              <a:t> </a:t>
            </a:r>
            <a:r>
              <a:rPr lang="ja-JP" altLang="en-US" dirty="0"/>
              <a:t>プロパティ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8B84994-68DA-AA32-4C8F-3EA8758B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4B94-3514-41F5-AC56-C2D5842BAD15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34D3047-C024-92E4-7E16-92AC7E2F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9BA14E-3826-D995-19A0-9F1509A0D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01EE7E9-37F5-B3C7-E79E-28BEE3C59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8174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8921E-2E2F-2E48-30C6-45937D19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CA273C-14B9-12FA-96FD-0ECB9588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app.map</a:t>
            </a:r>
            <a:r>
              <a:rPr lang="en-US" altLang="ja-JP" dirty="0"/>
              <a:t> </a:t>
            </a:r>
            <a:r>
              <a:rPr lang="ja-JP" altLang="en-US" dirty="0"/>
              <a:t>プロパティ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CB120B-D1C7-E477-59FF-81F1EF6A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4B94-3514-41F5-AC56-C2D5842BAD15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DDF1871-1209-9E61-0658-DB0F2F02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429E382-9476-1817-05F3-9EF86B16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3</a:t>
            </a:fld>
            <a:endParaRPr kumimoji="1" lang="ja-JP" altLang="en-US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D2CCFFDE-0207-FFD3-6476-610D3A0F1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566996"/>
              </p:ext>
            </p:extLst>
          </p:nvPr>
        </p:nvGraphicFramePr>
        <p:xfrm>
          <a:off x="833014" y="3167024"/>
          <a:ext cx="11250129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739">
                  <a:extLst>
                    <a:ext uri="{9D8B030D-6E8A-4147-A177-3AD203B41FA5}">
                      <a16:colId xmlns:a16="http://schemas.microsoft.com/office/drawing/2014/main" val="3435284335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638725103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2935989418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2721575563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278415756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1476643557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3435037400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4198631185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1251856198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1205460432"/>
                    </a:ext>
                  </a:extLst>
                </a:gridCol>
                <a:gridCol w="1022739">
                  <a:extLst>
                    <a:ext uri="{9D8B030D-6E8A-4147-A177-3AD203B41FA5}">
                      <a16:colId xmlns:a16="http://schemas.microsoft.com/office/drawing/2014/main" val="2089458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4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5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6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7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8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9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10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11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81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target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att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splited_att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xlabel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ylabel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zlabel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agentID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xdata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ydata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zdata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fignum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33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'char'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'char'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"string"</a:t>
                      </a:r>
                      <a:br>
                        <a:rPr kumimoji="1" lang="en-US" altLang="ja-JP" sz="1400" dirty="0"/>
                      </a:br>
                      <a:r>
                        <a:rPr kumimoji="1" lang="en-US" altLang="ja-JP" sz="1400" dirty="0"/>
                        <a:t>array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'char'</a:t>
                      </a:r>
                      <a:r>
                        <a:rPr kumimoji="1" lang="ja-JP" altLang="en-US" sz="1400" dirty="0"/>
                        <a:t> </a:t>
                      </a:r>
                      <a:r>
                        <a:rPr kumimoji="1" lang="en-US" altLang="ja-JP" sz="1400" dirty="0"/>
                        <a:t>in</a:t>
                      </a:r>
                      <a:br>
                        <a:rPr kumimoji="1" lang="en-US" altLang="ja-JP" sz="1400" dirty="0"/>
                      </a:br>
                      <a:r>
                        <a:rPr kumimoji="1" lang="en-US" altLang="ja-JP" sz="1400" dirty="0"/>
                        <a:t>{cell}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'char'</a:t>
                      </a:r>
                      <a:r>
                        <a:rPr kumimoji="1" lang="ja-JP" altLang="en-US" sz="1400" dirty="0"/>
                        <a:t> </a:t>
                      </a:r>
                      <a:r>
                        <a:rPr kumimoji="1" lang="en-US" altLang="ja-JP" sz="1400" dirty="0"/>
                        <a:t>in</a:t>
                      </a:r>
                      <a:br>
                        <a:rPr kumimoji="1" lang="en-US" altLang="ja-JP" sz="1400" dirty="0"/>
                      </a:br>
                      <a:r>
                        <a:rPr kumimoji="1" lang="en-US" altLang="ja-JP" sz="1400" dirty="0"/>
                        <a:t>{cell}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'char'</a:t>
                      </a:r>
                      <a:r>
                        <a:rPr kumimoji="1" lang="ja-JP" altLang="en-US" sz="1400" dirty="0"/>
                        <a:t> </a:t>
                      </a:r>
                      <a:r>
                        <a:rPr kumimoji="1" lang="en-US" altLang="ja-JP" sz="1400" dirty="0"/>
                        <a:t>in</a:t>
                      </a:r>
                      <a:br>
                        <a:rPr kumimoji="1" lang="en-US" altLang="ja-JP" sz="1400" dirty="0"/>
                      </a:br>
                      <a:r>
                        <a:rPr kumimoji="1" lang="en-US" altLang="ja-JP" sz="1400" dirty="0"/>
                        <a:t>{cell}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double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double in</a:t>
                      </a:r>
                      <a:br>
                        <a:rPr kumimoji="1" lang="en-US" altLang="ja-JP" sz="1400" dirty="0"/>
                      </a:br>
                      <a:r>
                        <a:rPr kumimoji="1" lang="en-US" altLang="ja-JP" sz="1400" dirty="0"/>
                        <a:t>{(:,1)cell}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double in</a:t>
                      </a:r>
                      <a:br>
                        <a:rPr kumimoji="1" lang="en-US" altLang="ja-JP" sz="1400" dirty="0"/>
                      </a:br>
                      <a:r>
                        <a:rPr kumimoji="1" lang="en-US" altLang="ja-JP" sz="1400" dirty="0"/>
                        <a:t>{(:,1)cell}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double in</a:t>
                      </a:r>
                      <a:br>
                        <a:rPr kumimoji="1" lang="en-US" altLang="ja-JP" sz="1400" dirty="0"/>
                      </a:br>
                      <a:r>
                        <a:rPr kumimoji="1" lang="en-US" altLang="ja-JP" sz="1400" dirty="0"/>
                        <a:t>{(:,1)cell}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double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251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20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Load settings</a:t>
                      </a:r>
                      <a:br>
                        <a:rPr kumimoji="1" lang="en-US" altLang="ja-JP" sz="1400" dirty="0"/>
                      </a:br>
                      <a:r>
                        <a:rPr kumimoji="1" lang="ja-JP" altLang="en-US" sz="1400" dirty="0"/>
                        <a:t>押下時に</a:t>
                      </a:r>
                      <a:r>
                        <a:rPr kumimoji="1" lang="en-US" altLang="ja-JP" sz="1400" dirty="0"/>
                        <a:t>set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Load settings</a:t>
                      </a:r>
                      <a:r>
                        <a:rPr kumimoji="1" lang="ja-JP" altLang="en-US" sz="1400" dirty="0"/>
                        <a:t>押下時に</a:t>
                      </a:r>
                      <a:r>
                        <a:rPr kumimoji="1" lang="en-US" altLang="ja-JP" sz="1400" dirty="0"/>
                        <a:t>set</a:t>
                      </a:r>
                      <a:endParaRPr kumimoji="1" lang="ja-JP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686887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DAD07A8B-FF35-94B7-73FC-942AD2C17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517857"/>
              </p:ext>
            </p:extLst>
          </p:nvPr>
        </p:nvGraphicFramePr>
        <p:xfrm>
          <a:off x="74645" y="1021838"/>
          <a:ext cx="7884369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779">
                  <a:extLst>
                    <a:ext uri="{9D8B030D-6E8A-4147-A177-3AD203B41FA5}">
                      <a16:colId xmlns:a16="http://schemas.microsoft.com/office/drawing/2014/main" val="3503324309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3435284335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638725103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2935989418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2721575563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278415756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1476643557"/>
                    </a:ext>
                  </a:extLst>
                </a:gridCol>
                <a:gridCol w="1018370">
                  <a:extLst>
                    <a:ext uri="{9D8B030D-6E8A-4147-A177-3AD203B41FA5}">
                      <a16:colId xmlns:a16="http://schemas.microsoft.com/office/drawing/2014/main" val="343503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target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att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xlabel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ylabel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zlabel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legend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 err="1"/>
                        <a:t>agentID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332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  <a:br>
                        <a:rPr kumimoji="1" lang="en-US" altLang="ja-JP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ja-JP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‘logical’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[]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[]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[]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[]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[]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‘numeric’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251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20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893525"/>
                  </a:ext>
                </a:extLst>
              </a:tr>
            </a:tbl>
          </a:graphicData>
        </a:graphic>
      </p:graphicFrame>
      <p:pic>
        <p:nvPicPr>
          <p:cNvPr id="9" name="グラフィックス 8" descr="矢印: 反時計回りの曲線 枠線">
            <a:extLst>
              <a:ext uri="{FF2B5EF4-FFF2-40B4-BE49-F238E27FC236}">
                <a16:creationId xmlns:a16="http://schemas.microsoft.com/office/drawing/2014/main" id="{8D7BB5DC-C1BD-1D84-B66C-C687F194A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440042">
            <a:off x="8008776" y="1139784"/>
            <a:ext cx="914400" cy="9144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E37CE5-0F1A-F38A-B890-A434310AC0B5}"/>
              </a:ext>
            </a:extLst>
          </p:cNvPr>
          <p:cNvSpPr txBox="1"/>
          <p:nvPr/>
        </p:nvSpPr>
        <p:spPr>
          <a:xfrm>
            <a:off x="8696131" y="1596984"/>
            <a:ext cx="3259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GUI</a:t>
            </a:r>
            <a:r>
              <a:rPr kumimoji="1" lang="ja-JP" altLang="en-US" dirty="0"/>
              <a:t>上の</a:t>
            </a:r>
            <a:r>
              <a:rPr kumimoji="1" lang="en-US" altLang="ja-JP" dirty="0" err="1"/>
              <a:t>app.UITable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3729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0CF6-5FB4-BEFE-B3D8-40BD3B38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CF063B-50B7-9EFA-67A6-FE05CA3D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実装したい機能メモ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D0D8DE-42AE-B226-370D-DB94F65F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3983-5003-43F4-9767-320AC3C8E712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AAE6764-CE68-F9FC-762C-21E637AF5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0F3CED5-1F49-AAFB-5CE4-C2CF2D196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D2A228A-8F7C-39C5-1FC5-CEB5A7DAC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Plot settings</a:t>
            </a:r>
          </a:p>
          <a:p>
            <a:pPr lvl="1"/>
            <a:r>
              <a:rPr lang="en-US" altLang="ja-JP" dirty="0"/>
              <a:t>phase</a:t>
            </a:r>
            <a:r>
              <a:rPr lang="ja-JP" altLang="en-US" dirty="0"/>
              <a:t>切り替えと連動して</a:t>
            </a:r>
            <a:r>
              <a:rPr lang="en-US" altLang="ja-JP" dirty="0"/>
              <a:t>Time range</a:t>
            </a:r>
            <a:r>
              <a:rPr lang="ja-JP" altLang="en-US" dirty="0"/>
              <a:t>幅を逐次変更する</a:t>
            </a:r>
            <a:endParaRPr lang="en-US" altLang="ja-JP" dirty="0"/>
          </a:p>
          <a:p>
            <a:pPr lvl="2"/>
            <a:r>
              <a:rPr lang="en-US" altLang="ja-JP" dirty="0"/>
              <a:t>time range</a:t>
            </a:r>
            <a:r>
              <a:rPr lang="ja-JP" altLang="en-US" dirty="0"/>
              <a:t>のスライダー内部を</a:t>
            </a:r>
            <a:r>
              <a:rPr lang="en-US" altLang="ja-JP" dirty="0"/>
              <a:t>phase</a:t>
            </a:r>
            <a:r>
              <a:rPr lang="ja-JP" altLang="en-US" dirty="0"/>
              <a:t>ごとの色付けができたら良きよき</a:t>
            </a:r>
          </a:p>
          <a:p>
            <a:r>
              <a:rPr lang="en-US" altLang="ja-JP" dirty="0"/>
              <a:t>Targets, Atts &amp; Labels settings</a:t>
            </a:r>
          </a:p>
          <a:p>
            <a:pPr lvl="1"/>
            <a:r>
              <a:rPr lang="en-US" altLang="ja-JP" dirty="0"/>
              <a:t>Load settings</a:t>
            </a:r>
          </a:p>
          <a:p>
            <a:pPr lvl="2"/>
            <a:r>
              <a:rPr lang="ja-JP" altLang="en-US" dirty="0"/>
              <a:t>全て</a:t>
            </a:r>
            <a:r>
              <a:rPr lang="en-US" altLang="ja-JP" dirty="0"/>
              <a:t>map</a:t>
            </a:r>
            <a:r>
              <a:rPr lang="ja-JP" altLang="en-US" dirty="0"/>
              <a:t>プロパティにて</a:t>
            </a:r>
            <a:r>
              <a:rPr lang="en-US" altLang="ja-JP" dirty="0"/>
              <a:t>cell</a:t>
            </a:r>
            <a:r>
              <a:rPr lang="ja-JP" altLang="en-US" dirty="0"/>
              <a:t>配列で管理</a:t>
            </a:r>
            <a:endParaRPr lang="en-US" altLang="ja-JP" dirty="0"/>
          </a:p>
          <a:p>
            <a:pPr lvl="1"/>
            <a:r>
              <a:rPr lang="ja-JP" altLang="en-US" dirty="0"/>
              <a:t>各種設定変更を検知して、</a:t>
            </a:r>
            <a:r>
              <a:rPr lang="en-US" altLang="ja-JP" dirty="0" err="1"/>
              <a:t>app.IsPlotSetting</a:t>
            </a:r>
            <a:r>
              <a:rPr lang="en-US" altLang="ja-JP" dirty="0"/>
              <a:t>=true</a:t>
            </a:r>
            <a:r>
              <a:rPr lang="ja-JP" altLang="en-US" dirty="0"/>
              <a:t>とする</a:t>
            </a:r>
            <a:endParaRPr lang="en-US" altLang="ja-JP" dirty="0"/>
          </a:p>
          <a:p>
            <a:pPr lvl="1"/>
            <a:endParaRPr lang="en-US" altLang="ja-JP" dirty="0"/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58125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B51FA8-22EF-D8DD-7A72-AAF1FD03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実装したい機能メモ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5A498F-D4EF-A894-D03A-8048049F9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3983-5003-43F4-9767-320AC3C8E712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39B1CC9-3BD6-5801-85DA-63633E06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D9EF97-0195-780D-097F-4CAA4710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972694-6583-90C1-A6A3-7F1EF9082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PLOT button</a:t>
            </a:r>
          </a:p>
          <a:p>
            <a:pPr lvl="1"/>
            <a:r>
              <a:rPr lang="ja-JP" altLang="en-US" dirty="0"/>
              <a:t>「</a:t>
            </a:r>
            <a:r>
              <a:rPr lang="en-US" altLang="ja-JP" dirty="0"/>
              <a:t>targets</a:t>
            </a:r>
            <a:r>
              <a:rPr lang="ja-JP" altLang="en-US" dirty="0"/>
              <a:t>の変更が検知されました。</a:t>
            </a:r>
            <a:r>
              <a:rPr lang="en-US" altLang="ja-JP" dirty="0"/>
              <a:t>load</a:t>
            </a:r>
            <a:r>
              <a:rPr lang="ja-JP" altLang="en-US" dirty="0"/>
              <a:t>しますか？」の警告ウィンドウ入れる</a:t>
            </a:r>
            <a:endParaRPr lang="en-US" altLang="ja-JP" dirty="0"/>
          </a:p>
          <a:p>
            <a:pPr lvl="2"/>
            <a:r>
              <a:rPr lang="en-US" altLang="ja-JP" dirty="0"/>
              <a:t>Yes -&gt; load</a:t>
            </a:r>
            <a:r>
              <a:rPr lang="ja-JP" altLang="en-US" dirty="0"/>
              <a:t>して</a:t>
            </a:r>
            <a:r>
              <a:rPr lang="en-US" altLang="ja-JP" dirty="0"/>
              <a:t>plot</a:t>
            </a:r>
          </a:p>
          <a:p>
            <a:pPr lvl="2"/>
            <a:r>
              <a:rPr lang="en-US" altLang="ja-JP" dirty="0"/>
              <a:t>No -&gt; load</a:t>
            </a:r>
            <a:r>
              <a:rPr lang="ja-JP" altLang="en-US" dirty="0"/>
              <a:t>しないで</a:t>
            </a:r>
            <a:r>
              <a:rPr lang="en-US" altLang="ja-JP" dirty="0"/>
              <a:t>plot or plot</a:t>
            </a:r>
            <a:r>
              <a:rPr lang="ja-JP" altLang="en-US" dirty="0"/>
              <a:t>しないで戻る</a:t>
            </a:r>
            <a:endParaRPr lang="en-US" altLang="ja-JP" dirty="0"/>
          </a:p>
          <a:p>
            <a:r>
              <a:rPr lang="en-US" altLang="ja-JP" dirty="0"/>
              <a:t>Save fig button</a:t>
            </a:r>
          </a:p>
          <a:p>
            <a:pPr lvl="1"/>
            <a:r>
              <a:rPr lang="en-US" altLang="ja-JP" dirty="0"/>
              <a:t>Save settings</a:t>
            </a:r>
            <a:r>
              <a:rPr lang="ja-JP" altLang="en-US" dirty="0"/>
              <a:t>パネルの項目を埋めてないと押せない。</a:t>
            </a:r>
            <a:endParaRPr lang="en-US" altLang="ja-JP" dirty="0"/>
          </a:p>
          <a:p>
            <a:pPr lvl="2"/>
            <a:r>
              <a:rPr lang="ja-JP" altLang="en-US" dirty="0"/>
              <a:t>埋めてないで押したら警告でるようにする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2983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9F52-E88E-D165-039E-225DE9B0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81CF4F-DDBE-1178-815B-838816B5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実装したい機能メモ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F874C7-9BB0-A9CC-134B-4AC13A98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3983-5003-43F4-9767-320AC3C8E712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5A46C31-E7BB-3594-A0BA-F9BD02C3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0E35E3-7156-3B2C-19AB-2AD560D2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543F34E-06AF-A096-A178-DCEEED907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エラー対処？？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何か、設定を変更した場合 </a:t>
            </a:r>
            <a:r>
              <a:rPr kumimoji="1" lang="en-US" altLang="ja-JP" dirty="0"/>
              <a:t>“Load”</a:t>
            </a:r>
            <a:r>
              <a:rPr kumimoji="1" lang="ja-JP" altLang="en-US" dirty="0"/>
              <a:t>を押さないと</a:t>
            </a:r>
            <a:r>
              <a:rPr kumimoji="1" lang="en-US" altLang="ja-JP" dirty="0"/>
              <a:t>”Plot”</a:t>
            </a:r>
            <a:r>
              <a:rPr kumimoji="1" lang="ja-JP" altLang="en-US" dirty="0"/>
              <a:t>を押せないようにする。</a:t>
            </a:r>
            <a:br>
              <a:rPr kumimoji="1" lang="en-US" altLang="ja-JP" dirty="0"/>
            </a:br>
            <a:r>
              <a:rPr kumimoji="1" lang="ja-JP" altLang="en-US" dirty="0"/>
              <a:t>フラグで管理？</a:t>
            </a:r>
            <a:endParaRPr kumimoji="1" lang="en-US" altLang="ja-JP" dirty="0"/>
          </a:p>
          <a:p>
            <a:pPr lvl="1"/>
            <a:r>
              <a:rPr lang="en-US" altLang="ja-JP" dirty="0"/>
              <a:t>Save</a:t>
            </a:r>
            <a:r>
              <a:rPr lang="ja-JP" altLang="en-US" dirty="0"/>
              <a:t>を押す際には、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25933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96EFC-1279-1693-23D9-223C0C2E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73A9AD-5F6B-173E-9F64-38D295B6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実装したい機能メモ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20B601A-A581-2E8D-90D3-D925AEB3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3983-5003-43F4-9767-320AC3C8E712}" type="datetime1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F8C1FDC-C7BA-2063-EBFF-A122656D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PLOTTER</a:t>
            </a:r>
            <a:r>
              <a:rPr kumimoji="1" lang="ja-JP" altLang="en-US"/>
              <a:t>説明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AE1CBB-D97B-4E33-1B24-31DE3920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FC54F-C4F7-43E2-9A13-814C4D3B0C44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88DF54F-121B-C214-0566-4DF765B66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見た目関連</a:t>
            </a:r>
            <a:endParaRPr kumimoji="1" lang="en-US" altLang="ja-JP" dirty="0"/>
          </a:p>
          <a:p>
            <a:pPr lvl="1"/>
            <a:r>
              <a:rPr lang="en-US" altLang="ja-JP" strike="sngStrike" dirty="0" err="1"/>
              <a:t>Subfig</a:t>
            </a:r>
            <a:r>
              <a:rPr lang="en-US" altLang="ja-JP" strike="sngStrike" dirty="0"/>
              <a:t>, </a:t>
            </a:r>
            <a:r>
              <a:rPr lang="en-US" altLang="ja-JP" strike="sngStrike" dirty="0" err="1"/>
              <a:t>Onefig</a:t>
            </a:r>
            <a:r>
              <a:rPr lang="ja-JP" altLang="en-US" strike="sngStrike" dirty="0"/>
              <a:t>で現在のモードが光るようにしたい</a:t>
            </a:r>
            <a:endParaRPr lang="en-US" altLang="ja-JP" strike="sngStrike" dirty="0"/>
          </a:p>
          <a:p>
            <a:pPr lvl="1"/>
            <a:endParaRPr lang="en-US" altLang="ja-JP" dirty="0"/>
          </a:p>
          <a:p>
            <a:r>
              <a:rPr kumimoji="1" lang="ja-JP" altLang="en-US" dirty="0"/>
              <a:t>便利機能</a:t>
            </a:r>
            <a:endParaRPr kumimoji="1" lang="en-US" altLang="ja-JP" dirty="0"/>
          </a:p>
          <a:p>
            <a:pPr lvl="1"/>
            <a:r>
              <a:rPr lang="en-US" altLang="ja-JP" dirty="0"/>
              <a:t>Save</a:t>
            </a:r>
            <a:r>
              <a:rPr lang="ja-JP" altLang="en-US" dirty="0"/>
              <a:t>する</a:t>
            </a:r>
            <a:r>
              <a:rPr lang="en-US" altLang="ja-JP" dirty="0"/>
              <a:t>fig</a:t>
            </a:r>
            <a:r>
              <a:rPr lang="ja-JP" altLang="en-US" dirty="0"/>
              <a:t>を選べるようにする？番号管理しているのでできそう</a:t>
            </a:r>
            <a:endParaRPr lang="en-US" altLang="ja-JP" dirty="0"/>
          </a:p>
          <a:p>
            <a:pPr lvl="1"/>
            <a:r>
              <a:rPr lang="ja-JP" altLang="en-US" dirty="0"/>
              <a:t>総</a:t>
            </a:r>
            <a:r>
              <a:rPr kumimoji="1" lang="en-US" altLang="ja-JP" dirty="0" err="1"/>
              <a:t>fig_num</a:t>
            </a:r>
            <a:r>
              <a:rPr kumimoji="1" lang="ja-JP" altLang="en-US" dirty="0"/>
              <a:t>数からウィンドウの場所を自動でいい感じにしたい</a:t>
            </a:r>
          </a:p>
        </p:txBody>
      </p:sp>
    </p:spTree>
    <p:extLst>
      <p:ext uri="{BB962C8B-B14F-4D97-AF65-F5344CB8AC3E}">
        <p14:creationId xmlns:p14="http://schemas.microsoft.com/office/powerpoint/2010/main" val="422150554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Calibri Light"/>
        <a:ea typeface="ＭＳ Ｐゴシック"/>
        <a:cs typeface=""/>
      </a:majorFont>
      <a:minorFont>
        <a:latin typeface="Calibri"/>
        <a:ea typeface="ＭＳ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12682</TotalTime>
  <Words>380</Words>
  <Application>Microsoft Office PowerPoint</Application>
  <PresentationFormat>ワイド画面</PresentationFormat>
  <Paragraphs>103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游ゴシック</vt:lpstr>
      <vt:lpstr>Arial</vt:lpstr>
      <vt:lpstr>Calibri</vt:lpstr>
      <vt:lpstr>Calibri Light</vt:lpstr>
      <vt:lpstr>Wingdings</vt:lpstr>
      <vt:lpstr>1_Office テーマ</vt:lpstr>
      <vt:lpstr>PowerPoint プレゼンテーション</vt:lpstr>
      <vt:lpstr>app.map プロパティ</vt:lpstr>
      <vt:lpstr>app.map プロパティ</vt:lpstr>
      <vt:lpstr>実装したい機能メモ</vt:lpstr>
      <vt:lpstr>実装したい機能メモ</vt:lpstr>
      <vt:lpstr>実装したい機能メモ</vt:lpstr>
      <vt:lpstr>実装したい機能メモ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Yosuke KOSEKI</dc:creator>
  <cp:lastModifiedBy>Yosuke KOSEKI</cp:lastModifiedBy>
  <cp:revision>16</cp:revision>
  <dcterms:created xsi:type="dcterms:W3CDTF">2025-12-31T19:16:12Z</dcterms:created>
  <dcterms:modified xsi:type="dcterms:W3CDTF">2026-01-13T15:07:59Z</dcterms:modified>
</cp:coreProperties>
</file>