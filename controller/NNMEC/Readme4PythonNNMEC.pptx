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10"/>
  </p:notesMasterIdLst>
  <p:sldIdLst>
    <p:sldId id="256" r:id="rId5"/>
    <p:sldId id="259" r:id="rId6"/>
    <p:sldId id="257" r:id="rId7"/>
    <p:sldId id="258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1194A3-FC10-42E8-9965-8489C9C02A4B}" v="5" dt="2026-06-08T04:09:27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63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小関 陽輔 (Yosuke KOSEKI)" userId="ddcb2b18-2470-4d8e-92e8-cacfbdfd3d12" providerId="ADAL" clId="{22BF01FF-FF02-423D-9A52-4766C455C529}"/>
    <pc:docChg chg="undo redo custSel addSld modSld delMainMaster modMainMaster">
      <pc:chgData name="小関 陽輔 (Yosuke KOSEKI)" userId="ddcb2b18-2470-4d8e-92e8-cacfbdfd3d12" providerId="ADAL" clId="{22BF01FF-FF02-423D-9A52-4766C455C529}" dt="2026-06-08T04:11:23.401" v="737" actId="20577"/>
      <pc:docMkLst>
        <pc:docMk/>
      </pc:docMkLst>
      <pc:sldChg chg="modSp new mod">
        <pc:chgData name="小関 陽輔 (Yosuke KOSEKI)" userId="ddcb2b18-2470-4d8e-92e8-cacfbdfd3d12" providerId="ADAL" clId="{22BF01FF-FF02-423D-9A52-4766C455C529}" dt="2026-05-29T04:31:01.512" v="711" actId="947"/>
        <pc:sldMkLst>
          <pc:docMk/>
          <pc:sldMk cId="1166843030" sldId="256"/>
        </pc:sldMkLst>
        <pc:spChg chg="mod">
          <ac:chgData name="小関 陽輔 (Yosuke KOSEKI)" userId="ddcb2b18-2470-4d8e-92e8-cacfbdfd3d12" providerId="ADAL" clId="{22BF01FF-FF02-423D-9A52-4766C455C529}" dt="2026-05-29T04:31:01.512" v="711" actId="947"/>
          <ac:spMkLst>
            <pc:docMk/>
            <pc:sldMk cId="1166843030" sldId="256"/>
            <ac:spMk id="3" creationId="{4AE42277-94B3-73B4-D97E-306104F85FF4}"/>
          </ac:spMkLst>
        </pc:spChg>
      </pc:sldChg>
      <pc:sldChg chg="modSp mod">
        <pc:chgData name="小関 陽輔 (Yosuke KOSEKI)" userId="ddcb2b18-2470-4d8e-92e8-cacfbdfd3d12" providerId="ADAL" clId="{22BF01FF-FF02-423D-9A52-4766C455C529}" dt="2026-06-08T04:11:23.401" v="737" actId="20577"/>
        <pc:sldMkLst>
          <pc:docMk/>
          <pc:sldMk cId="3666354688" sldId="257"/>
        </pc:sldMkLst>
        <pc:spChg chg="mod">
          <ac:chgData name="小関 陽輔 (Yosuke KOSEKI)" userId="ddcb2b18-2470-4d8e-92e8-cacfbdfd3d12" providerId="ADAL" clId="{22BF01FF-FF02-423D-9A52-4766C455C529}" dt="2026-06-08T04:11:23.401" v="737" actId="20577"/>
          <ac:spMkLst>
            <pc:docMk/>
            <pc:sldMk cId="3666354688" sldId="257"/>
            <ac:spMk id="2" creationId="{C130B706-E83B-59F3-F0D7-7E7FBCA64E20}"/>
          </ac:spMkLst>
        </pc:spChg>
      </pc:sldChg>
      <pc:sldChg chg="modSp new mod">
        <pc:chgData name="小関 陽輔 (Yosuke KOSEKI)" userId="ddcb2b18-2470-4d8e-92e8-cacfbdfd3d12" providerId="ADAL" clId="{22BF01FF-FF02-423D-9A52-4766C455C529}" dt="2026-06-08T04:10:02.533" v="731" actId="20577"/>
        <pc:sldMkLst>
          <pc:docMk/>
          <pc:sldMk cId="2336127062" sldId="258"/>
        </pc:sldMkLst>
        <pc:spChg chg="mod">
          <ac:chgData name="小関 陽輔 (Yosuke KOSEKI)" userId="ddcb2b18-2470-4d8e-92e8-cacfbdfd3d12" providerId="ADAL" clId="{22BF01FF-FF02-423D-9A52-4766C455C529}" dt="2026-06-08T04:10:02.533" v="731" actId="20577"/>
          <ac:spMkLst>
            <pc:docMk/>
            <pc:sldMk cId="2336127062" sldId="258"/>
            <ac:spMk id="2" creationId="{5F69DD74-3C0D-993F-40A5-3A07A4ED408C}"/>
          </ac:spMkLst>
        </pc:spChg>
      </pc:sldChg>
      <pc:sldMasterChg chg="addSp delSp modSp mod modSldLayout sldLayoutOrd">
        <pc:chgData name="小関 陽輔 (Yosuke KOSEKI)" userId="ddcb2b18-2470-4d8e-92e8-cacfbdfd3d12" providerId="ADAL" clId="{22BF01FF-FF02-423D-9A52-4766C455C529}" dt="2026-06-08T04:10:21.825" v="736" actId="14100"/>
        <pc:sldMasterMkLst>
          <pc:docMk/>
          <pc:sldMasterMk cId="2646571342" sldId="2147483672"/>
        </pc:sldMasterMkLst>
        <pc:sldLayoutChg chg="addSp delSp modSp mod">
          <pc:chgData name="小関 陽輔 (Yosuke KOSEKI)" userId="ddcb2b18-2470-4d8e-92e8-cacfbdfd3d12" providerId="ADAL" clId="{22BF01FF-FF02-423D-9A52-4766C455C529}" dt="2026-05-13T02:20:28.093" v="710" actId="404"/>
          <pc:sldLayoutMkLst>
            <pc:docMk/>
            <pc:sldMasterMk cId="2646571342" sldId="2147483672"/>
            <pc:sldLayoutMk cId="1061383615" sldId="2147483673"/>
          </pc:sldLayoutMkLst>
          <pc:spChg chg="add mod">
            <ac:chgData name="小関 陽輔 (Yosuke KOSEKI)" userId="ddcb2b18-2470-4d8e-92e8-cacfbdfd3d12" providerId="ADAL" clId="{22BF01FF-FF02-423D-9A52-4766C455C529}" dt="2026-05-13T02:20:28.093" v="710" actId="404"/>
            <ac:spMkLst>
              <pc:docMk/>
              <pc:sldMasterMk cId="2646571342" sldId="2147483672"/>
              <pc:sldLayoutMk cId="1061383615" sldId="2147483673"/>
              <ac:spMk id="7" creationId="{0678B1F3-222E-AF86-A0B6-AA013698DF7C}"/>
            </ac:spMkLst>
          </pc:spChg>
        </pc:sldLayoutChg>
        <pc:sldLayoutChg chg="addSp delSp modSp mod ord">
          <pc:chgData name="小関 陽輔 (Yosuke KOSEKI)" userId="ddcb2b18-2470-4d8e-92e8-cacfbdfd3d12" providerId="ADAL" clId="{22BF01FF-FF02-423D-9A52-4766C455C529}" dt="2026-06-08T04:09:09.012" v="719" actId="478"/>
          <pc:sldLayoutMkLst>
            <pc:docMk/>
            <pc:sldMasterMk cId="2646571342" sldId="2147483672"/>
            <pc:sldLayoutMk cId="463548446" sldId="2147483682"/>
          </pc:sldLayoutMkLst>
          <pc:spChg chg="del">
            <ac:chgData name="小関 陽輔 (Yosuke KOSEKI)" userId="ddcb2b18-2470-4d8e-92e8-cacfbdfd3d12" providerId="ADAL" clId="{22BF01FF-FF02-423D-9A52-4766C455C529}" dt="2026-06-08T04:08:40.956" v="713"/>
            <ac:spMkLst>
              <pc:docMk/>
              <pc:sldMasterMk cId="2646571342" sldId="2147483672"/>
              <pc:sldLayoutMk cId="463548446" sldId="2147483682"/>
              <ac:spMk id="2" creationId="{4166CDD0-C581-41CD-D80F-48EF31661479}"/>
            </ac:spMkLst>
          </pc:spChg>
          <pc:spChg chg="add mod">
            <ac:chgData name="小関 陽輔 (Yosuke KOSEKI)" userId="ddcb2b18-2470-4d8e-92e8-cacfbdfd3d12" providerId="ADAL" clId="{22BF01FF-FF02-423D-9A52-4766C455C529}" dt="2026-06-08T04:08:41.779" v="714"/>
            <ac:spMkLst>
              <pc:docMk/>
              <pc:sldMasterMk cId="2646571342" sldId="2147483672"/>
              <pc:sldLayoutMk cId="463548446" sldId="2147483682"/>
              <ac:spMk id="6" creationId="{9099B55F-B504-D2BD-2E61-80B85945DB33}"/>
            </ac:spMkLst>
          </pc:spChg>
          <pc:spChg chg="add del">
            <ac:chgData name="小関 陽輔 (Yosuke KOSEKI)" userId="ddcb2b18-2470-4d8e-92e8-cacfbdfd3d12" providerId="ADAL" clId="{22BF01FF-FF02-423D-9A52-4766C455C529}" dt="2026-06-08T04:08:47.266" v="715" actId="11529"/>
            <ac:spMkLst>
              <pc:docMk/>
              <pc:sldMasterMk cId="2646571342" sldId="2147483672"/>
              <pc:sldLayoutMk cId="463548446" sldId="2147483682"/>
              <ac:spMk id="7" creationId="{417762C0-6AD0-6C85-3F04-4ABAB2B76FD4}"/>
            </ac:spMkLst>
          </pc:spChg>
          <pc:spChg chg="add del mod">
            <ac:chgData name="小関 陽輔 (Yosuke KOSEKI)" userId="ddcb2b18-2470-4d8e-92e8-cacfbdfd3d12" providerId="ADAL" clId="{22BF01FF-FF02-423D-9A52-4766C455C529}" dt="2026-06-08T04:08:49.062" v="716" actId="478"/>
            <ac:spMkLst>
              <pc:docMk/>
              <pc:sldMasterMk cId="2646571342" sldId="2147483672"/>
              <pc:sldLayoutMk cId="463548446" sldId="2147483682"/>
              <ac:spMk id="8" creationId="{297F2821-C4E5-827E-0C54-E05D5433CE84}"/>
            </ac:spMkLst>
          </pc:spChg>
          <pc:spChg chg="add del">
            <ac:chgData name="小関 陽輔 (Yosuke KOSEKI)" userId="ddcb2b18-2470-4d8e-92e8-cacfbdfd3d12" providerId="ADAL" clId="{22BF01FF-FF02-423D-9A52-4766C455C529}" dt="2026-06-08T04:09:05.295" v="717" actId="11529"/>
            <ac:spMkLst>
              <pc:docMk/>
              <pc:sldMasterMk cId="2646571342" sldId="2147483672"/>
              <pc:sldLayoutMk cId="463548446" sldId="2147483682"/>
              <ac:spMk id="9" creationId="{5C3C459D-F23D-2924-4813-4D2A040B1883}"/>
            </ac:spMkLst>
          </pc:spChg>
          <pc:spChg chg="add del mod">
            <ac:chgData name="小関 陽輔 (Yosuke KOSEKI)" userId="ddcb2b18-2470-4d8e-92e8-cacfbdfd3d12" providerId="ADAL" clId="{22BF01FF-FF02-423D-9A52-4766C455C529}" dt="2026-06-08T04:09:09.012" v="719" actId="478"/>
            <ac:spMkLst>
              <pc:docMk/>
              <pc:sldMasterMk cId="2646571342" sldId="2147483672"/>
              <pc:sldLayoutMk cId="463548446" sldId="2147483682"/>
              <ac:spMk id="10" creationId="{D47A0383-8B2E-41DF-3A7E-26A3B359E27F}"/>
            </ac:spMkLst>
          </pc:spChg>
        </pc:sldLayoutChg>
        <pc:sldLayoutChg chg="delSp modSp mod">
          <pc:chgData name="小関 陽輔 (Yosuke KOSEKI)" userId="ddcb2b18-2470-4d8e-92e8-cacfbdfd3d12" providerId="ADAL" clId="{22BF01FF-FF02-423D-9A52-4766C455C529}" dt="2026-06-08T04:10:21.825" v="736" actId="14100"/>
          <pc:sldLayoutMkLst>
            <pc:docMk/>
            <pc:sldMasterMk cId="2646571342" sldId="2147483672"/>
            <pc:sldLayoutMk cId="931486199" sldId="2147483682"/>
          </pc:sldLayoutMkLst>
          <pc:spChg chg="mod">
            <ac:chgData name="小関 陽輔 (Yosuke KOSEKI)" userId="ddcb2b18-2470-4d8e-92e8-cacfbdfd3d12" providerId="ADAL" clId="{22BF01FF-FF02-423D-9A52-4766C455C529}" dt="2026-06-08T04:10:21.825" v="736" actId="14100"/>
            <ac:spMkLst>
              <pc:docMk/>
              <pc:sldMasterMk cId="2646571342" sldId="2147483672"/>
              <pc:sldLayoutMk cId="931486199" sldId="2147483682"/>
              <ac:spMk id="2" creationId="{00000000-0000-0000-0000-000000000000}"/>
            </ac:spMkLst>
          </pc:spChg>
          <pc:spChg chg="del">
            <ac:chgData name="小関 陽輔 (Yosuke KOSEKI)" userId="ddcb2b18-2470-4d8e-92e8-cacfbdfd3d12" providerId="ADAL" clId="{22BF01FF-FF02-423D-9A52-4766C455C529}" dt="2026-06-08T04:09:31.851" v="721" actId="478"/>
            <ac:spMkLst>
              <pc:docMk/>
              <pc:sldMasterMk cId="2646571342" sldId="2147483672"/>
              <pc:sldLayoutMk cId="931486199" sldId="2147483682"/>
              <ac:spMk id="3" creationId="{00000000-0000-0000-0000-000000000000}"/>
            </ac:spMkLst>
          </pc:spChg>
          <pc:spChg chg="del">
            <ac:chgData name="小関 陽輔 (Yosuke KOSEKI)" userId="ddcb2b18-2470-4d8e-92e8-cacfbdfd3d12" providerId="ADAL" clId="{22BF01FF-FF02-423D-9A52-4766C455C529}" dt="2026-06-08T04:09:33.253" v="722" actId="478"/>
            <ac:spMkLst>
              <pc:docMk/>
              <pc:sldMasterMk cId="2646571342" sldId="2147483672"/>
              <pc:sldLayoutMk cId="931486199" sldId="2147483682"/>
              <ac:spMk id="7" creationId="{0678B1F3-222E-AF86-A0B6-AA013698DF7C}"/>
            </ac:spMkLst>
          </pc:spChg>
          <pc:spChg chg="del">
            <ac:chgData name="小関 陽輔 (Yosuke KOSEKI)" userId="ddcb2b18-2470-4d8e-92e8-cacfbdfd3d12" providerId="ADAL" clId="{22BF01FF-FF02-423D-9A52-4766C455C529}" dt="2026-06-08T04:09:31.343" v="720" actId="478"/>
            <ac:spMkLst>
              <pc:docMk/>
              <pc:sldMasterMk cId="2646571342" sldId="2147483672"/>
              <pc:sldLayoutMk cId="931486199" sldId="2147483682"/>
              <ac:spMk id="11" creationId="{81294F07-8466-A5B6-B419-9F43D6325D4C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CA03D-D818-4553-B191-DD3C8500F17A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C3C34-C7F7-4B3B-A95D-CDA3845A94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488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185B49A-3E14-7F21-5CE0-A25BB0B9ABDB}"/>
              </a:ext>
            </a:extLst>
          </p:cNvPr>
          <p:cNvSpPr/>
          <p:nvPr userDrawn="1"/>
        </p:nvSpPr>
        <p:spPr>
          <a:xfrm>
            <a:off x="0" y="6508869"/>
            <a:ext cx="12192000" cy="36512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803776"/>
            <a:ext cx="10058400" cy="2800992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303775"/>
            <a:ext cx="10058400" cy="1294845"/>
          </a:xfrm>
        </p:spPr>
        <p:txBody>
          <a:bodyPr lIns="91440" rIns="91440">
            <a:normAutofit/>
          </a:bodyPr>
          <a:lstStyle>
            <a:lvl1pPr marL="0" indent="0" algn="l">
              <a:lnSpc>
                <a:spcPct val="90000"/>
              </a:lnSpc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80CF-8FE2-456B-8A9F-257CCAE87B1F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kumimoji="1" lang="ja-JP" alt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2508-002E-4DCC-ABEF-C612A1506DC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1294F07-8466-A5B6-B419-9F43D6325D4C}"/>
              </a:ext>
            </a:extLst>
          </p:cNvPr>
          <p:cNvSpPr/>
          <p:nvPr userDrawn="1"/>
        </p:nvSpPr>
        <p:spPr>
          <a:xfrm>
            <a:off x="209006" y="3873934"/>
            <a:ext cx="11773988" cy="941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0000">
                <a:schemeClr val="accent1">
                  <a:lumMod val="20000"/>
                  <a:lumOff val="80000"/>
                </a:schemeClr>
              </a:gs>
              <a:gs pos="10000">
                <a:schemeClr val="accent1">
                  <a:lumMod val="20000"/>
                  <a:lumOff val="80000"/>
                </a:schemeClr>
              </a:gs>
              <a:gs pos="25000">
                <a:schemeClr val="accent1">
                  <a:lumMod val="40000"/>
                  <a:lumOff val="60000"/>
                </a:schemeClr>
              </a:gs>
              <a:gs pos="75000">
                <a:schemeClr val="accent1">
                  <a:lumMod val="40000"/>
                  <a:lumOff val="60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1383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サブ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185B49A-3E14-7F21-5CE0-A25BB0B9ABDB}"/>
              </a:ext>
            </a:extLst>
          </p:cNvPr>
          <p:cNvSpPr/>
          <p:nvPr userDrawn="1"/>
        </p:nvSpPr>
        <p:spPr>
          <a:xfrm>
            <a:off x="0" y="6508869"/>
            <a:ext cx="12192000" cy="36512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1706880"/>
            <a:ext cx="10058400" cy="3444240"/>
          </a:xfrm>
        </p:spPr>
        <p:txBody>
          <a:bodyPr anchor="ctr" anchorCtr="0">
            <a:normAutofit/>
          </a:bodyPr>
          <a:lstStyle>
            <a:lvl1pPr algn="ctr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80CF-8FE2-456B-8A9F-257CCAE87B1F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kumimoji="1" lang="ja-JP" alt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2508-002E-4DCC-ABEF-C612A1506DC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148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4565-9092-4BA3-AD6F-09DA969FA889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kumimoji="1" lang="ja-JP" alt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2508-002E-4DCC-ABEF-C612A1506D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33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9966" y="1027611"/>
            <a:ext cx="5765073" cy="535141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19" y="1027612"/>
            <a:ext cx="5765073" cy="5351418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78D6-BC13-4B05-B82A-3DE852BA502C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kumimoji="1" lang="ja-JP" altLang="en-US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2508-002E-4DCC-ABEF-C612A1506DC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FCFD2-7724-9DDF-940F-47D67D44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966" y="155975"/>
            <a:ext cx="11713028" cy="775843"/>
          </a:xfrm>
        </p:spPr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76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966" y="1027611"/>
            <a:ext cx="5765074" cy="52776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8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027611"/>
            <a:ext cx="5765072" cy="52776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8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8166-345B-4C39-A885-228CE7F191AD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kumimoji="1" lang="ja-JP" altLang="en-US" sz="18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2508-002E-4DCC-ABEF-C612A1506DC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AE4AE-0D92-D42D-4BD8-3956466E3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966" y="155975"/>
            <a:ext cx="11713028" cy="775843"/>
          </a:xfrm>
        </p:spPr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4A148F-FD95-7870-9C8C-C58E511A1B1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69966" y="1651169"/>
            <a:ext cx="5765073" cy="4727859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BE7D8F-AE4E-ABFD-1405-9CC349FE2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19" y="1651170"/>
            <a:ext cx="5765073" cy="4727859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55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67EF-4991-49C1-86BC-1E5A4BAD4189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kumimoji="1" lang="ja-JP" altLang="en-US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2508-002E-4DCC-ABEF-C612A1506D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879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766C5DE-46ED-4B6B-3506-4B1872897931}"/>
              </a:ext>
            </a:extLst>
          </p:cNvPr>
          <p:cNvSpPr/>
          <p:nvPr userDrawn="1"/>
        </p:nvSpPr>
        <p:spPr>
          <a:xfrm>
            <a:off x="0" y="6508869"/>
            <a:ext cx="12192000" cy="36512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DD47A-5E9C-40BF-856A-F3D6BC3F42A9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2508-002E-4DCC-ABEF-C612A1506D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68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1366453-3971-8633-B09C-67E2818CB804}"/>
              </a:ext>
            </a:extLst>
          </p:cNvPr>
          <p:cNvSpPr/>
          <p:nvPr userDrawn="1"/>
        </p:nvSpPr>
        <p:spPr>
          <a:xfrm>
            <a:off x="0" y="1"/>
            <a:ext cx="4040071" cy="687399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AFBE6B-A207-4511-9282-17E206542FA4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 sz="1800">
                <a:solidFill>
                  <a:schemeClr val="tx2"/>
                </a:solidFill>
              </a:defRPr>
            </a:lvl1pPr>
          </a:lstStyle>
          <a:p>
            <a:endParaRPr kumimoji="1" lang="ja-JP" altLang="en-US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592508-002E-4DCC-ABEF-C612A1506D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96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16CFA06-D0F8-F253-69B2-F1C5E146F07E}"/>
              </a:ext>
            </a:extLst>
          </p:cNvPr>
          <p:cNvSpPr/>
          <p:nvPr userDrawn="1"/>
        </p:nvSpPr>
        <p:spPr>
          <a:xfrm>
            <a:off x="0" y="4979085"/>
            <a:ext cx="12192000" cy="189491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dirty="0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030FB-E407-42DE-AAC3-5F48383F7959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endParaRPr kumimoji="1" lang="ja-JP" altLang="en-US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2508-002E-4DCC-ABEF-C612A1506D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032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5B8037E-C713-7147-BD61-066953F0D3FF}"/>
              </a:ext>
            </a:extLst>
          </p:cNvPr>
          <p:cNvSpPr/>
          <p:nvPr userDrawn="1"/>
        </p:nvSpPr>
        <p:spPr>
          <a:xfrm>
            <a:off x="0" y="6508869"/>
            <a:ext cx="12192000" cy="36512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966" y="155975"/>
            <a:ext cx="11713028" cy="77584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966" y="1027611"/>
            <a:ext cx="11713028" cy="53514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9966" y="650887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fld id="{DF4D11EB-66CE-487B-8E53-0D1CDFF8FB98}" type="datetime1">
              <a:rPr lang="ja-JP" altLang="en-US" smtClean="0"/>
              <a:t>2026/10/8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08870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ja-JP" altLang="en-US" sz="18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0969" y="6508870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51592508-002E-4DCC-ABEF-C612A1506DC4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521D700-A90F-BC45-A022-58D2DC005225}"/>
              </a:ext>
            </a:extLst>
          </p:cNvPr>
          <p:cNvSpPr/>
          <p:nvPr userDrawn="1"/>
        </p:nvSpPr>
        <p:spPr>
          <a:xfrm>
            <a:off x="0" y="957687"/>
            <a:ext cx="12192000" cy="45720"/>
          </a:xfrm>
          <a:prstGeom prst="rect">
            <a:avLst/>
          </a:prstGeom>
          <a:gradFill flip="none" rotWithShape="1">
            <a:gsLst>
              <a:gs pos="9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57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2" r:id="rId2"/>
    <p:sldLayoutId id="2147483674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tx1">
            <a:lumMod val="75000"/>
            <a:lumOff val="25000"/>
          </a:schemeClr>
        </a:buClr>
        <a:buSzPct val="100000"/>
        <a:buFont typeface="Wingdings" panose="05000000000000000000" pitchFamily="2" charset="2"/>
        <a:buChar char="l"/>
        <a:defRPr kumimoji="1"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>
          <a:schemeClr val="tx1">
            <a:lumMod val="75000"/>
            <a:lumOff val="25000"/>
          </a:schemeClr>
        </a:buClr>
        <a:buFont typeface="Wingdings" panose="05000000000000000000" pitchFamily="2" charset="2"/>
        <a:buChar char="Ø"/>
        <a:defRPr kumimoji="1"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>
          <a:schemeClr val="tx1">
            <a:lumMod val="75000"/>
            <a:lumOff val="25000"/>
          </a:schemeClr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>
          <a:schemeClr val="tx1">
            <a:lumMod val="75000"/>
            <a:lumOff val="25000"/>
          </a:schemeClr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>
          <a:schemeClr val="tx1">
            <a:lumMod val="75000"/>
            <a:lumOff val="25000"/>
          </a:schemeClr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ftp/python/3.12.10/python-3.12.10-amd64.ex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5752B7-1DA1-8332-2AA7-1949BF79B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800" dirty="0" err="1"/>
              <a:t>PythonNNMEC.m</a:t>
            </a:r>
            <a:r>
              <a:rPr lang="ja-JP" altLang="en-US" sz="4800" dirty="0"/>
              <a:t>クラス向け</a:t>
            </a:r>
            <a:br>
              <a:rPr lang="ja-JP" altLang="en-US" sz="4800" dirty="0"/>
            </a:br>
            <a:r>
              <a:rPr lang="en-US" altLang="ja-JP" sz="4800" dirty="0"/>
              <a:t>Python</a:t>
            </a:r>
            <a:r>
              <a:rPr lang="ja-JP" altLang="en-US" sz="4800" dirty="0"/>
              <a:t>の仮想実行環境</a:t>
            </a:r>
            <a:r>
              <a:rPr lang="en-US" altLang="ja-JP" sz="4800" dirty="0" err="1"/>
              <a:t>venv</a:t>
            </a:r>
            <a:r>
              <a:rPr lang="ja-JP" altLang="en-US" sz="4800" dirty="0"/>
              <a:t>設定方法</a:t>
            </a:r>
            <a:endParaRPr kumimoji="1" lang="ja-JP" altLang="en-US" sz="48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AE42277-94B3-73B4-D97E-306104F85F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ja-JP" altLang="en-US" cap="none" dirty="0"/>
              <a:t>作成日：</a:t>
            </a:r>
            <a:r>
              <a:rPr lang="en-US" altLang="ja-JP" cap="none" dirty="0"/>
              <a:t>2026/7/13</a:t>
            </a:r>
          </a:p>
          <a:p>
            <a:pPr algn="l"/>
            <a:r>
              <a:rPr lang="ja-JP" altLang="en-US" cap="none" dirty="0"/>
              <a:t>作成者：小関 陽輔（</a:t>
            </a:r>
            <a:r>
              <a:rPr lang="en-US" altLang="ja-JP" cap="none" dirty="0"/>
              <a:t>2026</a:t>
            </a:r>
            <a:r>
              <a:rPr lang="ja-JP" altLang="en-US" cap="none" dirty="0"/>
              <a:t>年度</a:t>
            </a:r>
            <a:r>
              <a:rPr lang="en-US" altLang="ja-JP" cap="none" dirty="0"/>
              <a:t>M1, 2681030</a:t>
            </a:r>
            <a:r>
              <a:rPr lang="ja-JP" altLang="en-US" cap="none" dirty="0"/>
              <a:t>）</a:t>
            </a:r>
            <a:endParaRPr lang="en-US" altLang="ja-JP" cap="none" dirty="0"/>
          </a:p>
        </p:txBody>
      </p:sp>
    </p:spTree>
    <p:extLst>
      <p:ext uri="{BB962C8B-B14F-4D97-AF65-F5344CB8AC3E}">
        <p14:creationId xmlns:p14="http://schemas.microsoft.com/office/powerpoint/2010/main" val="1166843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DBD933-CCD4-9870-4222-492C098F5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Python</a:t>
            </a:r>
            <a:r>
              <a:rPr kumimoji="1" lang="ja-JP" altLang="en-US" dirty="0"/>
              <a:t>本体の</a:t>
            </a:r>
            <a:r>
              <a:rPr kumimoji="1" lang="en-US" altLang="ja-JP" dirty="0"/>
              <a:t>version</a:t>
            </a:r>
            <a:r>
              <a:rPr kumimoji="1" lang="ja-JP" altLang="en-US" dirty="0"/>
              <a:t>確認及びインストール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85F068-6AE0-50B6-EBC9-D1C3D3818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コマンドウィンドウ</a:t>
            </a:r>
            <a:r>
              <a:rPr lang="en-US" altLang="ja-JP" dirty="0"/>
              <a:t>(</a:t>
            </a:r>
            <a:r>
              <a:rPr lang="en-US" altLang="ja-JP" dirty="0" err="1"/>
              <a:t>cmd</a:t>
            </a:r>
            <a:r>
              <a:rPr lang="en-US" altLang="ja-JP" dirty="0"/>
              <a:t>)</a:t>
            </a:r>
            <a:r>
              <a:rPr lang="ja-JP" altLang="en-US" dirty="0"/>
              <a:t>を開き</a:t>
            </a:r>
            <a:r>
              <a:rPr lang="en-US" altLang="ja-JP" dirty="0"/>
              <a:t>PC</a:t>
            </a:r>
            <a:r>
              <a:rPr lang="ja-JP" altLang="en-US" dirty="0"/>
              <a:t>にインストールされている</a:t>
            </a:r>
            <a:r>
              <a:rPr lang="en-US" altLang="ja-JP" dirty="0"/>
              <a:t>Python</a:t>
            </a:r>
            <a:r>
              <a:rPr lang="ja-JP" altLang="en-US" dirty="0"/>
              <a:t>の</a:t>
            </a:r>
            <a:r>
              <a:rPr lang="en-US" altLang="ja-JP" dirty="0"/>
              <a:t>version</a:t>
            </a:r>
            <a:r>
              <a:rPr lang="ja-JP" altLang="en-US" dirty="0"/>
              <a:t>を確認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B80C76-B0BC-6D69-B555-A43192738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4565-9092-4BA3-AD6F-09DA969FA889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6D764A-BF27-FAB9-0B1C-205CC116B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DD16D8-BD2E-DB7B-5122-24183BDC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2508-002E-4DCC-ABEF-C612A1506DC4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F5F3FDB-F7B2-DA8B-28CD-DFEFF94C0258}"/>
              </a:ext>
            </a:extLst>
          </p:cNvPr>
          <p:cNvSpPr/>
          <p:nvPr/>
        </p:nvSpPr>
        <p:spPr>
          <a:xfrm>
            <a:off x="1849542" y="2395340"/>
            <a:ext cx="214769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</a:rPr>
              <a:t>py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 --list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2" name="図 11" descr="The text represents a command line output displaying different versions of Python, including Python 3.14.6, Python 3.12, and a specific version of Astral with CPython 3.14.3.&#10;&#10;AI 生成コンテンツは誤りを含む可能性があります。">
            <a:extLst>
              <a:ext uri="{FF2B5EF4-FFF2-40B4-BE49-F238E27FC236}">
                <a16:creationId xmlns:a16="http://schemas.microsoft.com/office/drawing/2014/main" id="{02CBAB74-78C2-F613-73A8-C5950586D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147" y="2216929"/>
            <a:ext cx="4533933" cy="904882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E7B06EE-2584-21F7-4143-7471FDA49354}"/>
              </a:ext>
            </a:extLst>
          </p:cNvPr>
          <p:cNvSpPr txBox="1"/>
          <p:nvPr/>
        </p:nvSpPr>
        <p:spPr>
          <a:xfrm>
            <a:off x="5508812" y="1848363"/>
            <a:ext cx="190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実行結果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5F9A19B-E90E-9A3C-EF1E-8EB11D7386A5}"/>
              </a:ext>
            </a:extLst>
          </p:cNvPr>
          <p:cNvSpPr/>
          <p:nvPr/>
        </p:nvSpPr>
        <p:spPr>
          <a:xfrm>
            <a:off x="5785757" y="2606194"/>
            <a:ext cx="3494313" cy="218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AC87504-8BFC-2406-6FFB-6F4CA3AFA4D7}"/>
              </a:ext>
            </a:extLst>
          </p:cNvPr>
          <p:cNvSpPr txBox="1"/>
          <p:nvPr/>
        </p:nvSpPr>
        <p:spPr>
          <a:xfrm>
            <a:off x="6125018" y="3171672"/>
            <a:ext cx="4060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3.</a:t>
            </a:r>
            <a:r>
              <a:rPr kumimoji="1" lang="en-US" altLang="ja-JP" dirty="0">
                <a:solidFill>
                  <a:srgbClr val="FF0000"/>
                </a:solidFill>
              </a:rPr>
              <a:t>12</a:t>
            </a:r>
            <a:r>
              <a:rPr kumimoji="1" lang="ja-JP" altLang="en-US" dirty="0"/>
              <a:t>がインストールされていれば</a:t>
            </a:r>
            <a:r>
              <a:rPr kumimoji="1" lang="en-US" altLang="ja-JP" dirty="0"/>
              <a:t>OK</a:t>
            </a:r>
            <a:r>
              <a:rPr kumimoji="1" lang="ja-JP" altLang="en-US" dirty="0"/>
              <a:t>👌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9DC43B2-2A81-8E6F-3213-456F88B92A7E}"/>
              </a:ext>
            </a:extLst>
          </p:cNvPr>
          <p:cNvSpPr txBox="1"/>
          <p:nvPr/>
        </p:nvSpPr>
        <p:spPr>
          <a:xfrm>
            <a:off x="778723" y="3923281"/>
            <a:ext cx="10548258" cy="16537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2400" dirty="0"/>
              <a:t>～</a:t>
            </a:r>
            <a:r>
              <a:rPr kumimoji="1" lang="en-US" altLang="ja-JP" sz="2400" dirty="0"/>
              <a:t>3.12</a:t>
            </a:r>
            <a:r>
              <a:rPr kumimoji="1" lang="ja-JP" altLang="en-US" sz="2400" dirty="0"/>
              <a:t>が表示されていない場合～</a:t>
            </a:r>
            <a:endParaRPr kumimoji="1" lang="en-US" altLang="ja-JP" sz="2400" dirty="0"/>
          </a:p>
          <a:p>
            <a:pPr>
              <a:lnSpc>
                <a:spcPct val="120000"/>
              </a:lnSpc>
            </a:pPr>
            <a:r>
              <a:rPr kumimoji="1" lang="en-US" altLang="ja-JP" sz="2000" dirty="0"/>
              <a:t>3.12.10</a:t>
            </a:r>
            <a:r>
              <a:rPr kumimoji="1" lang="ja-JP" altLang="en-US" sz="2000" dirty="0"/>
              <a:t>インストーラー</a:t>
            </a:r>
            <a:r>
              <a:rPr kumimoji="1" lang="en-US" altLang="ja-JP" sz="2000" dirty="0"/>
              <a:t>URL:</a:t>
            </a:r>
            <a:r>
              <a:rPr lang="ja-JP" altLang="en-US" sz="2000" dirty="0">
                <a:hlinkClick r:id="rId3"/>
              </a:rPr>
              <a:t>https://www.python.org/ftp/python/3.12.10/python-3.12.10-amd64.exe</a:t>
            </a:r>
            <a:r>
              <a:rPr lang="ja-JP" altLang="en-US" sz="2000" dirty="0"/>
              <a:t> </a:t>
            </a:r>
            <a:r>
              <a:rPr kumimoji="1" lang="en-US" altLang="ja-JP" sz="2400" dirty="0"/>
              <a:t> </a:t>
            </a:r>
            <a:endParaRPr kumimoji="1" lang="en-US" altLang="ja-JP" sz="2000" dirty="0"/>
          </a:p>
          <a:p>
            <a:pPr>
              <a:lnSpc>
                <a:spcPct val="120000"/>
              </a:lnSpc>
            </a:pPr>
            <a:r>
              <a:rPr kumimoji="1" lang="ja-JP" altLang="en-US" sz="2000" dirty="0"/>
              <a:t>ここからインストーラーをダウンロードし、</a:t>
            </a:r>
            <a:r>
              <a:rPr kumimoji="1" lang="en-US" altLang="ja-JP" sz="2000" dirty="0"/>
              <a:t>Python 3.12.10</a:t>
            </a:r>
            <a:r>
              <a:rPr kumimoji="1" lang="ja-JP" altLang="en-US" sz="2000" dirty="0"/>
              <a:t>を</a:t>
            </a:r>
            <a:r>
              <a:rPr kumimoji="1" lang="en-US" altLang="ja-JP" sz="2000" dirty="0"/>
              <a:t>PC</a:t>
            </a:r>
            <a:r>
              <a:rPr kumimoji="1" lang="ja-JP" altLang="en-US" sz="2000" dirty="0"/>
              <a:t>本体にインストールしてください。</a:t>
            </a:r>
            <a:endParaRPr kumimoji="1" lang="en-US" altLang="ja-JP" sz="2000" dirty="0"/>
          </a:p>
          <a:p>
            <a:pPr>
              <a:lnSpc>
                <a:spcPct val="120000"/>
              </a:lnSpc>
            </a:pPr>
            <a:r>
              <a:rPr kumimoji="1" lang="en-US" altLang="ja-JP" dirty="0"/>
              <a:t>※3.12</a:t>
            </a:r>
            <a:r>
              <a:rPr kumimoji="1" lang="ja-JP" altLang="en-US" dirty="0"/>
              <a:t>より上の</a:t>
            </a:r>
            <a:r>
              <a:rPr kumimoji="1" lang="en-US" altLang="ja-JP" dirty="0"/>
              <a:t>ver. </a:t>
            </a:r>
            <a:r>
              <a:rPr kumimoji="1" lang="ja-JP" altLang="en-US" dirty="0"/>
              <a:t>だけがインストールされている場合も同様の操作が必要です。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46692B42-2AEA-B462-9DEB-BD601D006F7B}"/>
              </a:ext>
            </a:extLst>
          </p:cNvPr>
          <p:cNvGrpSpPr/>
          <p:nvPr/>
        </p:nvGrpSpPr>
        <p:grpSpPr>
          <a:xfrm>
            <a:off x="3782898" y="2445859"/>
            <a:ext cx="161109" cy="223511"/>
            <a:chOff x="10241280" y="1271451"/>
            <a:chExt cx="618308" cy="857795"/>
          </a:xfrm>
        </p:grpSpPr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38F029A9-0C78-C258-5065-AC59E17D2DAF}"/>
                </a:ext>
              </a:extLst>
            </p:cNvPr>
            <p:cNvSpPr/>
            <p:nvPr/>
          </p:nvSpPr>
          <p:spPr>
            <a:xfrm>
              <a:off x="10241280" y="1367246"/>
              <a:ext cx="500743" cy="762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48465EAF-A0B8-D943-B189-E2D4AB06B3CB}"/>
                </a:ext>
              </a:extLst>
            </p:cNvPr>
            <p:cNvSpPr/>
            <p:nvPr/>
          </p:nvSpPr>
          <p:spPr>
            <a:xfrm>
              <a:off x="10358845" y="1271451"/>
              <a:ext cx="500743" cy="7620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5BC4913-3FCB-CCC0-9CCA-6B4C8776913B}"/>
              </a:ext>
            </a:extLst>
          </p:cNvPr>
          <p:cNvSpPr txBox="1"/>
          <p:nvPr/>
        </p:nvSpPr>
        <p:spPr>
          <a:xfrm>
            <a:off x="1851491" y="2043455"/>
            <a:ext cx="109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コマンド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5078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30B706-E83B-59F3-F0D7-7E7FBCA64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Python</a:t>
            </a:r>
            <a:r>
              <a:rPr kumimoji="1" lang="ja-JP" altLang="en-US" dirty="0"/>
              <a:t>仮想環境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venv</a:t>
            </a:r>
            <a:r>
              <a:rPr kumimoji="1" lang="en-US" altLang="ja-JP" dirty="0"/>
              <a:t>)</a:t>
            </a:r>
            <a:r>
              <a:rPr kumimoji="1" lang="ja-JP" altLang="en-US" dirty="0"/>
              <a:t>の構築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289105-8206-F7B3-E5A7-0D308821E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kumimoji="1" lang="ja-JP" altLang="en-US" dirty="0"/>
              <a:t>コマンドウィンドウ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cmd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を開き</a:t>
            </a:r>
            <a:r>
              <a:rPr kumimoji="1" lang="en-US" altLang="ja-JP" dirty="0"/>
              <a:t>cd</a:t>
            </a:r>
            <a:r>
              <a:rPr kumimoji="1" lang="ja-JP" altLang="en-US" dirty="0"/>
              <a:t>で</a:t>
            </a:r>
            <a:r>
              <a:rPr kumimoji="1" lang="en-US" altLang="ja-JP" dirty="0" err="1"/>
              <a:t>common_matlab</a:t>
            </a:r>
            <a:r>
              <a:rPr kumimoji="1" lang="ja-JP" altLang="en-US" dirty="0"/>
              <a:t>のディレクトリへ移動</a:t>
            </a:r>
            <a:endParaRPr kumimoji="1" lang="en-US" altLang="ja-JP" dirty="0"/>
          </a:p>
          <a:p>
            <a:pPr marL="806958" lvl="1" indent="-514350">
              <a:buFont typeface="Arial" panose="020B0604020202020204" pitchFamily="34" charset="0"/>
              <a:buChar char="•"/>
            </a:pPr>
            <a:r>
              <a:rPr lang="en-US" altLang="ja-JP" dirty="0" err="1"/>
              <a:t>common_matlab</a:t>
            </a:r>
            <a:r>
              <a:rPr lang="ja-JP" altLang="en-US" dirty="0"/>
              <a:t>までのフルパスは各自の</a:t>
            </a:r>
            <a:r>
              <a:rPr lang="en-US" altLang="ja-JP" dirty="0"/>
              <a:t>PC</a:t>
            </a:r>
            <a:r>
              <a:rPr lang="ja-JP" altLang="en-US" dirty="0"/>
              <a:t>によって変わるので</a:t>
            </a:r>
            <a:r>
              <a:rPr lang="ja-JP" altLang="en-US" dirty="0">
                <a:solidFill>
                  <a:srgbClr val="FF0000"/>
                </a:solidFill>
              </a:rPr>
              <a:t>要確認</a:t>
            </a:r>
            <a:r>
              <a:rPr lang="ja-JP" altLang="en-US" dirty="0"/>
              <a:t>！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 startAt="2"/>
            </a:pPr>
            <a:endParaRPr lang="en-US" altLang="ja-JP" dirty="0"/>
          </a:p>
          <a:p>
            <a:pPr marL="514350" indent="-514350">
              <a:buFont typeface="+mj-lt"/>
              <a:buAutoNum type="arabicPeriod" startAt="2"/>
            </a:pPr>
            <a:endParaRPr lang="en-US" altLang="ja-JP" dirty="0"/>
          </a:p>
          <a:p>
            <a:pPr marL="514350" indent="-514350">
              <a:buFont typeface="+mj-lt"/>
              <a:buAutoNum type="arabicPeriod" startAt="2"/>
            </a:pPr>
            <a:r>
              <a:rPr lang="en-US" altLang="ja-JP" dirty="0"/>
              <a:t>“</a:t>
            </a:r>
            <a:r>
              <a:rPr lang="en-US" altLang="ja-JP" dirty="0" err="1">
                <a:solidFill>
                  <a:srgbClr val="FF0000"/>
                </a:solidFill>
              </a:rPr>
              <a:t>Pythonenv</a:t>
            </a:r>
            <a:r>
              <a:rPr lang="en-US" altLang="ja-JP" dirty="0"/>
              <a:t>”</a:t>
            </a:r>
            <a:r>
              <a:rPr lang="ja-JP" altLang="en-US" dirty="0"/>
              <a:t>という名前で仮想環境（</a:t>
            </a:r>
            <a:r>
              <a:rPr lang="en-US" altLang="ja-JP" dirty="0" err="1"/>
              <a:t>venv</a:t>
            </a:r>
            <a:r>
              <a:rPr lang="ja-JP" altLang="en-US" dirty="0"/>
              <a:t>）を作成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7727F2-B6EC-9AED-D619-8F17A1B20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4565-9092-4BA3-AD6F-09DA969FA889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37180E-B02C-AF7E-7474-B1245AC28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706415-7AC3-59EA-5D46-FD1B5F9F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2508-002E-4DCC-ABEF-C612A1506DC4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8" name="図 7" descr="Github&#10;&#10;AI 生成コンテンツは誤りを含む可能性があります。">
            <a:extLst>
              <a:ext uri="{FF2B5EF4-FFF2-40B4-BE49-F238E27FC236}">
                <a16:creationId xmlns:a16="http://schemas.microsoft.com/office/drawing/2014/main" id="{C086FD40-CC1F-8334-12AE-D5B9AAFF7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632" y="2239555"/>
            <a:ext cx="4943511" cy="666755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C7C2427-86E2-EC49-79E4-89362A488194}"/>
              </a:ext>
            </a:extLst>
          </p:cNvPr>
          <p:cNvSpPr/>
          <p:nvPr/>
        </p:nvSpPr>
        <p:spPr>
          <a:xfrm>
            <a:off x="949295" y="2467277"/>
            <a:ext cx="378381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</a:rPr>
              <a:t>cd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 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C:\Users\...\common_matlab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F07ED94-D21F-E9A1-C9D8-D8079691D1F8}"/>
              </a:ext>
            </a:extLst>
          </p:cNvPr>
          <p:cNvSpPr txBox="1"/>
          <p:nvPr/>
        </p:nvSpPr>
        <p:spPr>
          <a:xfrm>
            <a:off x="5508812" y="1936814"/>
            <a:ext cx="190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実行結果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0C6375C-5CC2-2432-9CE9-B199C572847B}"/>
              </a:ext>
            </a:extLst>
          </p:cNvPr>
          <p:cNvSpPr/>
          <p:nvPr/>
        </p:nvSpPr>
        <p:spPr>
          <a:xfrm>
            <a:off x="949295" y="4612441"/>
            <a:ext cx="378381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</a:rPr>
              <a:t>py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 -3.12 -m </a:t>
            </a:r>
            <a:r>
              <a:rPr kumimoji="1" lang="en-US" altLang="ja-JP" dirty="0" err="1">
                <a:solidFill>
                  <a:sysClr val="windowText" lastClr="000000"/>
                </a:solidFill>
              </a:rPr>
              <a:t>venv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 </a:t>
            </a:r>
            <a:r>
              <a:rPr kumimoji="1" lang="en-US" altLang="ja-JP" dirty="0" err="1">
                <a:solidFill>
                  <a:srgbClr val="FF0000"/>
                </a:solidFill>
              </a:rPr>
              <a:t>Pythonenv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0DC6B504-546B-009F-07EE-771868079CC4}"/>
              </a:ext>
            </a:extLst>
          </p:cNvPr>
          <p:cNvGrpSpPr/>
          <p:nvPr/>
        </p:nvGrpSpPr>
        <p:grpSpPr>
          <a:xfrm>
            <a:off x="6113928" y="4429550"/>
            <a:ext cx="1438836" cy="1533899"/>
            <a:chOff x="5643282" y="4083956"/>
            <a:chExt cx="1438836" cy="1533899"/>
          </a:xfrm>
        </p:grpSpPr>
        <p:pic>
          <p:nvPicPr>
            <p:cNvPr id="16" name="図 15" descr="The image shows a visual representation of a file directory, containing folders for 'mode', 'model', 'plot', 'PX4', 'PX4_PID_ert_rtw', 'Pythonenv', 'Readme', and 'reference', with the folder 'topaplata' also present.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7B67760-8841-F440-B989-9ECC16699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83564" y="4083956"/>
              <a:ext cx="1398554" cy="1533899"/>
            </a:xfrm>
            <a:prstGeom prst="rect">
              <a:avLst/>
            </a:prstGeom>
          </p:spPr>
        </p:pic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EE105910-205E-E84F-DDD8-24B4A91E539A}"/>
                </a:ext>
              </a:extLst>
            </p:cNvPr>
            <p:cNvSpPr/>
            <p:nvPr/>
          </p:nvSpPr>
          <p:spPr>
            <a:xfrm>
              <a:off x="5643282" y="4885765"/>
              <a:ext cx="1116106" cy="2375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26CAE3C-67F9-9AB6-6570-A57AC0632437}"/>
              </a:ext>
            </a:extLst>
          </p:cNvPr>
          <p:cNvSpPr txBox="1"/>
          <p:nvPr/>
        </p:nvSpPr>
        <p:spPr>
          <a:xfrm>
            <a:off x="5508812" y="4060218"/>
            <a:ext cx="190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実行結果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EC3497E-0B11-BDB7-5084-1DE4F069FEA3}"/>
              </a:ext>
            </a:extLst>
          </p:cNvPr>
          <p:cNvSpPr txBox="1"/>
          <p:nvPr/>
        </p:nvSpPr>
        <p:spPr>
          <a:xfrm>
            <a:off x="3007661" y="5231359"/>
            <a:ext cx="3070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名前はこれにしないと</a:t>
            </a:r>
            <a:br>
              <a:rPr kumimoji="1" lang="en-US" altLang="ja-JP" dirty="0"/>
            </a:br>
            <a:r>
              <a:rPr kumimoji="1" lang="ja-JP" altLang="en-US" dirty="0"/>
              <a:t>後々エラーになるので注意！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EE1E19D4-E842-188B-41CD-4BC9C6E74FE2}"/>
              </a:ext>
            </a:extLst>
          </p:cNvPr>
          <p:cNvCxnSpPr>
            <a:cxnSpLocks/>
          </p:cNvCxnSpPr>
          <p:nvPr/>
        </p:nvCxnSpPr>
        <p:spPr>
          <a:xfrm>
            <a:off x="3429000" y="4917141"/>
            <a:ext cx="59871" cy="373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9E5951A-3017-8C4D-E7A2-DEB3B8AAA2F9}"/>
              </a:ext>
            </a:extLst>
          </p:cNvPr>
          <p:cNvSpPr txBox="1"/>
          <p:nvPr/>
        </p:nvSpPr>
        <p:spPr>
          <a:xfrm>
            <a:off x="358587" y="6043715"/>
            <a:ext cx="4605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2024b</a:t>
            </a:r>
            <a:r>
              <a:rPr kumimoji="1" lang="ja-JP" altLang="en-US" dirty="0"/>
              <a:t>で実行できる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の最上</a:t>
            </a:r>
            <a:r>
              <a:rPr kumimoji="1" lang="en-US" altLang="ja-JP" dirty="0"/>
              <a:t>ver.</a:t>
            </a:r>
            <a:r>
              <a:rPr kumimoji="1" lang="ja-JP" altLang="en-US" dirty="0"/>
              <a:t>が</a:t>
            </a:r>
            <a:r>
              <a:rPr kumimoji="1" lang="en-US" altLang="ja-JP" dirty="0"/>
              <a:t>3.12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FE76B31-7479-0020-7C67-0EF12D0FC5A1}"/>
              </a:ext>
            </a:extLst>
          </p:cNvPr>
          <p:cNvCxnSpPr>
            <a:cxnSpLocks/>
          </p:cNvCxnSpPr>
          <p:nvPr/>
        </p:nvCxnSpPr>
        <p:spPr>
          <a:xfrm flipH="1">
            <a:off x="1723980" y="4900775"/>
            <a:ext cx="312138" cy="11429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BF7A3D66-FD2C-8752-69D2-D008017F4BA0}"/>
              </a:ext>
            </a:extLst>
          </p:cNvPr>
          <p:cNvGrpSpPr/>
          <p:nvPr/>
        </p:nvGrpSpPr>
        <p:grpSpPr>
          <a:xfrm>
            <a:off x="4492945" y="4677264"/>
            <a:ext cx="161109" cy="223511"/>
            <a:chOff x="10241280" y="1271451"/>
            <a:chExt cx="618308" cy="857795"/>
          </a:xfrm>
        </p:grpSpPr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11320525-0566-A8A4-EE5F-80E4907C8DE9}"/>
                </a:ext>
              </a:extLst>
            </p:cNvPr>
            <p:cNvSpPr/>
            <p:nvPr/>
          </p:nvSpPr>
          <p:spPr>
            <a:xfrm>
              <a:off x="10241280" y="1367246"/>
              <a:ext cx="500743" cy="762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4994A1B4-4D36-F7C4-E587-AC87336BE723}"/>
                </a:ext>
              </a:extLst>
            </p:cNvPr>
            <p:cNvSpPr/>
            <p:nvPr/>
          </p:nvSpPr>
          <p:spPr>
            <a:xfrm>
              <a:off x="10358845" y="1271451"/>
              <a:ext cx="500743" cy="7620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08659B3B-6D5A-3872-B674-A2E764818B80}"/>
              </a:ext>
            </a:extLst>
          </p:cNvPr>
          <p:cNvGrpSpPr/>
          <p:nvPr/>
        </p:nvGrpSpPr>
        <p:grpSpPr>
          <a:xfrm>
            <a:off x="4462312" y="2525549"/>
            <a:ext cx="161109" cy="223511"/>
            <a:chOff x="10241280" y="1271451"/>
            <a:chExt cx="618308" cy="857795"/>
          </a:xfrm>
        </p:grpSpPr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881F0BB1-6D01-1863-43D6-B284EBBA6F9E}"/>
                </a:ext>
              </a:extLst>
            </p:cNvPr>
            <p:cNvSpPr/>
            <p:nvPr/>
          </p:nvSpPr>
          <p:spPr>
            <a:xfrm>
              <a:off x="10241280" y="1367246"/>
              <a:ext cx="500743" cy="762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383C422C-DB17-B56E-D43E-ADB6749170F7}"/>
                </a:ext>
              </a:extLst>
            </p:cNvPr>
            <p:cNvSpPr/>
            <p:nvPr/>
          </p:nvSpPr>
          <p:spPr>
            <a:xfrm>
              <a:off x="10358845" y="1271451"/>
              <a:ext cx="500743" cy="7620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2DB50C9-0EB6-0B7A-63BA-C82E857084B8}"/>
              </a:ext>
            </a:extLst>
          </p:cNvPr>
          <p:cNvSpPr txBox="1"/>
          <p:nvPr/>
        </p:nvSpPr>
        <p:spPr>
          <a:xfrm>
            <a:off x="944112" y="2097945"/>
            <a:ext cx="109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コマンド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80B8DBB-C725-D85A-3C29-6249F73E37C0}"/>
              </a:ext>
            </a:extLst>
          </p:cNvPr>
          <p:cNvSpPr txBox="1"/>
          <p:nvPr/>
        </p:nvSpPr>
        <p:spPr>
          <a:xfrm>
            <a:off x="944112" y="4244884"/>
            <a:ext cx="109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コマンド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635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12F7D4-28DB-20BA-296B-4286C9C5F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仮想環境の構築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A7A596-1A0F-BF6E-FEDD-4F4AE4CFC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kumimoji="1" lang="ja-JP" altLang="en-US" dirty="0"/>
              <a:t>仮想環境</a:t>
            </a:r>
            <a:r>
              <a:rPr kumimoji="1" lang="en-US" altLang="ja-JP" dirty="0" err="1"/>
              <a:t>Pythonenv</a:t>
            </a:r>
            <a:r>
              <a:rPr kumimoji="1" lang="ja-JP" altLang="en-US" dirty="0"/>
              <a:t>を有効化</a:t>
            </a:r>
            <a:r>
              <a:rPr kumimoji="1" lang="en-US" altLang="ja-JP" dirty="0"/>
              <a:t>(activate)</a:t>
            </a:r>
            <a:r>
              <a:rPr kumimoji="1" lang="ja-JP" altLang="en-US" dirty="0"/>
              <a:t>する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 startAt="4"/>
            </a:pPr>
            <a:endParaRPr lang="en-US" altLang="ja-JP" dirty="0"/>
          </a:p>
          <a:p>
            <a:pPr marL="514350" indent="-514350">
              <a:buFont typeface="+mj-lt"/>
              <a:buAutoNum type="arabicPeriod" startAt="4"/>
            </a:pPr>
            <a:endParaRPr kumimoji="1" lang="en-US" altLang="ja-JP" dirty="0"/>
          </a:p>
          <a:p>
            <a:pPr marL="514350" indent="-514350">
              <a:buFont typeface="+mj-lt"/>
              <a:buAutoNum type="arabicPeriod" startAt="4"/>
            </a:pPr>
            <a:r>
              <a:rPr kumimoji="1" lang="ja-JP" altLang="en-US" dirty="0"/>
              <a:t>必要モジュールのインストール</a:t>
            </a:r>
            <a:endParaRPr kumimoji="1" lang="en-US" altLang="ja-JP" dirty="0"/>
          </a:p>
          <a:p>
            <a:pPr marL="989838" lvl="2" indent="-514350">
              <a:buFont typeface="+mj-lt"/>
              <a:buAutoNum type="arabicPeriod" startAt="3"/>
            </a:pPr>
            <a:endParaRPr lang="en-US" altLang="ja-JP" dirty="0"/>
          </a:p>
          <a:p>
            <a:pPr marL="989838" lvl="2" indent="-514350">
              <a:buFont typeface="+mj-lt"/>
              <a:buAutoNum type="arabicPeriod" startAt="3"/>
            </a:pPr>
            <a:endParaRPr kumimoji="1" lang="en-US" altLang="ja-JP" dirty="0"/>
          </a:p>
          <a:p>
            <a:pPr marL="989838" lvl="2" indent="-514350">
              <a:buFont typeface="+mj-lt"/>
              <a:buAutoNum type="arabicPeriod" startAt="3"/>
            </a:pPr>
            <a:endParaRPr kumimoji="1" lang="en-US" altLang="ja-JP" dirty="0"/>
          </a:p>
          <a:p>
            <a:pPr marL="514350" indent="-514350">
              <a:buFont typeface="+mj-lt"/>
              <a:buAutoNum type="arabicPeriod" startAt="4"/>
            </a:pPr>
            <a:r>
              <a:rPr lang="ja-JP" altLang="en-US" dirty="0"/>
              <a:t>正常にインストールできたか確認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DC41AD-E834-559D-D974-726C0A89B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4565-9092-4BA3-AD6F-09DA969FA889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B0982D-3DDD-2B21-8241-6180717E6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D8F0FD-D444-1720-272A-8AA0FE162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2508-002E-4DCC-ABEF-C612A1506DC4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ED25A25-2B72-8F91-C463-8A68750C211E}"/>
              </a:ext>
            </a:extLst>
          </p:cNvPr>
          <p:cNvSpPr/>
          <p:nvPr/>
        </p:nvSpPr>
        <p:spPr>
          <a:xfrm>
            <a:off x="949295" y="2105348"/>
            <a:ext cx="344341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</a:rPr>
              <a:t>Pythonenv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\Scripts\activate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0" name="図 9" descr="The provided text appears to be a snippet from a command line interface or terminal window, indicating a directory path followed by a Python virtual environment path, suggesting it's related to a Python project on GitHub.&#10;&#10;AI 生成コンテンツは誤りを含む可能性があります。">
            <a:extLst>
              <a:ext uri="{FF2B5EF4-FFF2-40B4-BE49-F238E27FC236}">
                <a16:creationId xmlns:a16="http://schemas.microsoft.com/office/drawing/2014/main" id="{5B62346F-8154-6FCF-3B8B-07D7C50C2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874" y="1979376"/>
            <a:ext cx="4400582" cy="49530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426F5EA-7E0D-C33A-FE41-453E20AA79DA}"/>
              </a:ext>
            </a:extLst>
          </p:cNvPr>
          <p:cNvSpPr txBox="1"/>
          <p:nvPr/>
        </p:nvSpPr>
        <p:spPr>
          <a:xfrm>
            <a:off x="4917142" y="1610044"/>
            <a:ext cx="190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実行結果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CCF857F-A37A-060F-32BF-BE9ED1109E0C}"/>
              </a:ext>
            </a:extLst>
          </p:cNvPr>
          <p:cNvSpPr/>
          <p:nvPr/>
        </p:nvSpPr>
        <p:spPr>
          <a:xfrm>
            <a:off x="5410200" y="1940859"/>
            <a:ext cx="1192306" cy="6454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D09BC9A-A34C-4656-1210-B06CD21AE160}"/>
              </a:ext>
            </a:extLst>
          </p:cNvPr>
          <p:cNvSpPr txBox="1"/>
          <p:nvPr/>
        </p:nvSpPr>
        <p:spPr>
          <a:xfrm>
            <a:off x="5450541" y="2570473"/>
            <a:ext cx="664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cmd</a:t>
            </a:r>
            <a:r>
              <a:rPr kumimoji="1" lang="ja-JP" altLang="en-US" dirty="0"/>
              <a:t>の一番左にこれが出れば仮想環境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Pythonenv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には入れている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6A193BA-887B-C1BA-27FF-CE95E4D76580}"/>
              </a:ext>
            </a:extLst>
          </p:cNvPr>
          <p:cNvSpPr/>
          <p:nvPr/>
        </p:nvSpPr>
        <p:spPr>
          <a:xfrm>
            <a:off x="949295" y="3858615"/>
            <a:ext cx="344341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</a:rPr>
              <a:t>pip install torch</a:t>
            </a:r>
          </a:p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</a:rPr>
              <a:t>pip install </a:t>
            </a:r>
            <a:r>
              <a:rPr kumimoji="1" lang="en-US" altLang="ja-JP" dirty="0" err="1">
                <a:solidFill>
                  <a:sysClr val="windowText" lastClr="000000"/>
                </a:solidFill>
              </a:rPr>
              <a:t>numpy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857F7D7-D10C-F1A3-18D2-4525960471DE}"/>
              </a:ext>
            </a:extLst>
          </p:cNvPr>
          <p:cNvSpPr/>
          <p:nvPr/>
        </p:nvSpPr>
        <p:spPr>
          <a:xfrm>
            <a:off x="949295" y="5657847"/>
            <a:ext cx="344341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</a:rPr>
              <a:t>pip freeze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8EB65F6-09D3-27B1-94EA-0C152ABBC913}"/>
              </a:ext>
            </a:extLst>
          </p:cNvPr>
          <p:cNvSpPr txBox="1"/>
          <p:nvPr/>
        </p:nvSpPr>
        <p:spPr>
          <a:xfrm>
            <a:off x="8473925" y="5848765"/>
            <a:ext cx="2475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err="1"/>
              <a:t>numpy</a:t>
            </a:r>
            <a:r>
              <a:rPr kumimoji="1" lang="ja-JP" altLang="en-US" sz="1600" dirty="0"/>
              <a:t>と</a:t>
            </a:r>
            <a:r>
              <a:rPr kumimoji="1" lang="en-US" altLang="ja-JP" sz="1600" dirty="0"/>
              <a:t>torch</a:t>
            </a:r>
            <a:r>
              <a:rPr kumimoji="1" lang="ja-JP" altLang="en-US" sz="1600" dirty="0"/>
              <a:t>があれば</a:t>
            </a:r>
            <a:r>
              <a:rPr kumimoji="1" lang="en-US" altLang="ja-JP" sz="1600" dirty="0"/>
              <a:t>OK</a:t>
            </a:r>
          </a:p>
          <a:p>
            <a:r>
              <a:rPr kumimoji="1" lang="en-US" altLang="ja-JP" sz="1200" dirty="0"/>
              <a:t>ver.</a:t>
            </a:r>
            <a:r>
              <a:rPr kumimoji="1" lang="ja-JP" altLang="en-US" sz="1200" dirty="0"/>
              <a:t>は</a:t>
            </a:r>
            <a:r>
              <a:rPr kumimoji="1" lang="en-US" altLang="ja-JP" sz="1200" dirty="0"/>
              <a:t>2026</a:t>
            </a:r>
            <a:r>
              <a:rPr kumimoji="1" lang="ja-JP" altLang="en-US" sz="1200" dirty="0"/>
              <a:t>年</a:t>
            </a:r>
            <a:r>
              <a:rPr kumimoji="1" lang="en-US" altLang="ja-JP" sz="1200" dirty="0"/>
              <a:t>7</a:t>
            </a:r>
            <a:r>
              <a:rPr kumimoji="1" lang="ja-JP" altLang="en-US" sz="1200" dirty="0"/>
              <a:t>月時点では問題ない</a:t>
            </a:r>
            <a:endParaRPr kumimoji="1" lang="ja-JP" altLang="en-US" sz="1600" dirty="0"/>
          </a:p>
        </p:txBody>
      </p:sp>
      <p:pic>
        <p:nvPicPr>
          <p:cNvPr id="9" name="図 8" descr="The image displays a list of installed Python packages and their respective versions.&#10;&#10;AI 生成コンテンツは誤りを含む可能性があります。">
            <a:extLst>
              <a:ext uri="{FF2B5EF4-FFF2-40B4-BE49-F238E27FC236}">
                <a16:creationId xmlns:a16="http://schemas.microsoft.com/office/drawing/2014/main" id="{8F95212F-4BD0-65F8-49D3-4A32103F0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353" y="4493610"/>
            <a:ext cx="2381267" cy="1981214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014281C-6A55-B0D7-5CD8-E3B6177A41BF}"/>
              </a:ext>
            </a:extLst>
          </p:cNvPr>
          <p:cNvSpPr txBox="1"/>
          <p:nvPr/>
        </p:nvSpPr>
        <p:spPr>
          <a:xfrm>
            <a:off x="4966347" y="5317104"/>
            <a:ext cx="190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実行結果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1B948B9-EA4A-7D6D-A559-5DAE6B35C1B8}"/>
              </a:ext>
            </a:extLst>
          </p:cNvPr>
          <p:cNvSpPr/>
          <p:nvPr/>
        </p:nvSpPr>
        <p:spPr>
          <a:xfrm>
            <a:off x="6004112" y="5588699"/>
            <a:ext cx="1196788" cy="172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8F70662-9359-44D9-8555-278FC05990A2}"/>
              </a:ext>
            </a:extLst>
          </p:cNvPr>
          <p:cNvSpPr/>
          <p:nvPr/>
        </p:nvSpPr>
        <p:spPr>
          <a:xfrm>
            <a:off x="6004112" y="6110375"/>
            <a:ext cx="1196788" cy="172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7614141-FE08-F75D-18B8-5D1809CCD652}"/>
              </a:ext>
            </a:extLst>
          </p:cNvPr>
          <p:cNvGrpSpPr/>
          <p:nvPr/>
        </p:nvGrpSpPr>
        <p:grpSpPr>
          <a:xfrm>
            <a:off x="4166732" y="2178258"/>
            <a:ext cx="161109" cy="223511"/>
            <a:chOff x="10241280" y="1271451"/>
            <a:chExt cx="618308" cy="857795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EA1115A2-E8D9-E911-3D1F-C7135C41790A}"/>
                </a:ext>
              </a:extLst>
            </p:cNvPr>
            <p:cNvSpPr/>
            <p:nvPr/>
          </p:nvSpPr>
          <p:spPr>
            <a:xfrm>
              <a:off x="10241280" y="1367246"/>
              <a:ext cx="500743" cy="762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9C02B1C7-B0AB-967C-BA9A-0BD2D0B370BB}"/>
                </a:ext>
              </a:extLst>
            </p:cNvPr>
            <p:cNvSpPr/>
            <p:nvPr/>
          </p:nvSpPr>
          <p:spPr>
            <a:xfrm>
              <a:off x="10358845" y="1271451"/>
              <a:ext cx="500743" cy="7620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8114906-578A-5D41-DBE4-D74C5F990483}"/>
              </a:ext>
            </a:extLst>
          </p:cNvPr>
          <p:cNvGrpSpPr/>
          <p:nvPr/>
        </p:nvGrpSpPr>
        <p:grpSpPr>
          <a:xfrm>
            <a:off x="4166732" y="3916365"/>
            <a:ext cx="161109" cy="223511"/>
            <a:chOff x="10241280" y="1271451"/>
            <a:chExt cx="618308" cy="857795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03FA343B-0FD8-4D47-2AEF-64735F399CE5}"/>
                </a:ext>
              </a:extLst>
            </p:cNvPr>
            <p:cNvSpPr/>
            <p:nvPr/>
          </p:nvSpPr>
          <p:spPr>
            <a:xfrm>
              <a:off x="10241280" y="1367246"/>
              <a:ext cx="500743" cy="762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3FBAC87F-DF9E-6E0C-9728-5282C867982F}"/>
                </a:ext>
              </a:extLst>
            </p:cNvPr>
            <p:cNvSpPr/>
            <p:nvPr/>
          </p:nvSpPr>
          <p:spPr>
            <a:xfrm>
              <a:off x="10358845" y="1271451"/>
              <a:ext cx="500743" cy="7620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14E8CE10-163F-83FB-89B5-203ED0C141B6}"/>
              </a:ext>
            </a:extLst>
          </p:cNvPr>
          <p:cNvGrpSpPr/>
          <p:nvPr/>
        </p:nvGrpSpPr>
        <p:grpSpPr>
          <a:xfrm>
            <a:off x="4166732" y="5734053"/>
            <a:ext cx="161109" cy="223511"/>
            <a:chOff x="10241280" y="1271451"/>
            <a:chExt cx="618308" cy="857795"/>
          </a:xfrm>
        </p:grpSpPr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2C09E73F-83B3-A8CA-7D92-929DDB8B294F}"/>
                </a:ext>
              </a:extLst>
            </p:cNvPr>
            <p:cNvSpPr/>
            <p:nvPr/>
          </p:nvSpPr>
          <p:spPr>
            <a:xfrm>
              <a:off x="10241280" y="1367246"/>
              <a:ext cx="500743" cy="762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FB798EA8-DABB-CC83-E60C-23231D9A8F65}"/>
                </a:ext>
              </a:extLst>
            </p:cNvPr>
            <p:cNvSpPr/>
            <p:nvPr/>
          </p:nvSpPr>
          <p:spPr>
            <a:xfrm>
              <a:off x="10358845" y="1271451"/>
              <a:ext cx="500743" cy="7620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6583DFC-3B5C-8EC9-4239-8DD55DAFD878}"/>
              </a:ext>
            </a:extLst>
          </p:cNvPr>
          <p:cNvSpPr txBox="1"/>
          <p:nvPr/>
        </p:nvSpPr>
        <p:spPr>
          <a:xfrm>
            <a:off x="955545" y="1733460"/>
            <a:ext cx="109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コマンド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9756A20-C9F4-5324-4F8A-EF3C211090DD}"/>
              </a:ext>
            </a:extLst>
          </p:cNvPr>
          <p:cNvSpPr txBox="1"/>
          <p:nvPr/>
        </p:nvSpPr>
        <p:spPr>
          <a:xfrm>
            <a:off x="955545" y="3489283"/>
            <a:ext cx="109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コマンド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0E15FEA-A5FE-8FBA-DEFC-CFD3318BB86A}"/>
              </a:ext>
            </a:extLst>
          </p:cNvPr>
          <p:cNvSpPr txBox="1"/>
          <p:nvPr/>
        </p:nvSpPr>
        <p:spPr>
          <a:xfrm>
            <a:off x="955545" y="5285959"/>
            <a:ext cx="109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コマンド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504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1D99D9-F229-58F6-D643-F0BBED208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エラー等が発生した場合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5A40D3-22E4-719E-5C25-03ECD7F25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解決できなそうだと思ったら</a:t>
            </a:r>
            <a:br>
              <a:rPr kumimoji="1" lang="en-US" altLang="ja-JP" dirty="0"/>
            </a:br>
            <a:r>
              <a:rPr kumimoji="1" lang="en-US" altLang="ja-JP" dirty="0" err="1"/>
              <a:t>common_matlab</a:t>
            </a:r>
            <a:r>
              <a:rPr lang="en-US" altLang="ja-JP" dirty="0"/>
              <a:t>/</a:t>
            </a:r>
            <a:r>
              <a:rPr lang="en-US" altLang="ja-JP" dirty="0" err="1"/>
              <a:t>Pythonenv</a:t>
            </a:r>
            <a:r>
              <a:rPr lang="ja-JP" altLang="en-US" dirty="0"/>
              <a:t>を一度削除しましょう</a:t>
            </a:r>
            <a:endParaRPr lang="en-US" altLang="ja-JP" dirty="0"/>
          </a:p>
          <a:p>
            <a:pPr lvl="1"/>
            <a:r>
              <a:rPr kumimoji="1" lang="ja-JP" altLang="en-US" dirty="0"/>
              <a:t>エクスプローラー上でフォルダを削除すれば</a:t>
            </a:r>
            <a:r>
              <a:rPr kumimoji="1" lang="en-US" altLang="ja-JP" dirty="0"/>
              <a:t>OK</a:t>
            </a:r>
            <a:r>
              <a:rPr kumimoji="1" lang="ja-JP" altLang="en-US" dirty="0"/>
              <a:t>です。</a:t>
            </a:r>
            <a:br>
              <a:rPr lang="en-US" altLang="ja-JP" dirty="0"/>
            </a:br>
            <a:r>
              <a:rPr lang="ja-JP" altLang="en-US" dirty="0"/>
              <a:t>その際に</a:t>
            </a:r>
            <a:r>
              <a:rPr lang="en-US" altLang="ja-JP" dirty="0"/>
              <a:t>MATLAB</a:t>
            </a:r>
            <a:r>
              <a:rPr lang="ja-JP" altLang="en-US" dirty="0"/>
              <a:t>を閉じていないと削除できないと思います。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DF552B-80F9-D896-9A40-6777500F6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34565-9092-4BA3-AD6F-09DA969FA889}" type="datetime1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185F3F-0D09-F616-9366-64F90E740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sz="18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F13621-FB80-C47A-DB61-CCA61F06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2508-002E-4DCC-ABEF-C612A1506DC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129897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23ae4f-c4e8-48bd-a156-3a6ed64ee840">
      <Terms xmlns="http://schemas.microsoft.com/office/infopath/2007/PartnerControls"/>
    </lcf76f155ced4ddcb4097134ff3c332f>
    <TaxCatchAll xmlns="2fc92963-ec3a-4730-8ea3-7221b6caf36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0BF34DA9A9AB14A9F7AC31FBE37F9E5" ma:contentTypeVersion="16" ma:contentTypeDescription="新しいドキュメントを作成します。" ma:contentTypeScope="" ma:versionID="32dd7207e8140c2c126537d3c2fd37c5">
  <xsd:schema xmlns:xsd="http://www.w3.org/2001/XMLSchema" xmlns:xs="http://www.w3.org/2001/XMLSchema" xmlns:p="http://schemas.microsoft.com/office/2006/metadata/properties" xmlns:ns2="7423ae4f-c4e8-48bd-a156-3a6ed64ee840" xmlns:ns3="2fc92963-ec3a-4730-8ea3-7221b6caf362" targetNamespace="http://schemas.microsoft.com/office/2006/metadata/properties" ma:root="true" ma:fieldsID="f3879058c32170438aed5fb3d384d5ad" ns2:_="" ns3:_="">
    <xsd:import namespace="7423ae4f-c4e8-48bd-a156-3a6ed64ee840"/>
    <xsd:import namespace="2fc92963-ec3a-4730-8ea3-7221b6caf3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23ae4f-c4e8-48bd-a156-3a6ed64ee8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12e17c0c-6b99-42b0-bb76-590cb76fa2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c92963-ec3a-4730-8ea3-7221b6caf36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c6af09d-2819-4b2c-8622-3fdfa56064e4}" ma:internalName="TaxCatchAll" ma:showField="CatchAllData" ma:web="2fc92963-ec3a-4730-8ea3-7221b6caf3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D09FDB-9868-44A6-A96C-0C66C7078369}">
  <ds:schemaRefs>
    <ds:schemaRef ds:uri="http://purl.org/dc/terms/"/>
    <ds:schemaRef ds:uri="http://schemas.microsoft.com/office/2006/metadata/properties"/>
    <ds:schemaRef ds:uri="http://schemas.openxmlformats.org/package/2006/metadata/core-properties"/>
    <ds:schemaRef ds:uri="7423ae4f-c4e8-48bd-a156-3a6ed64ee840"/>
    <ds:schemaRef ds:uri="http://www.w3.org/XML/1998/namespace"/>
    <ds:schemaRef ds:uri="2fc92963-ec3a-4730-8ea3-7221b6caf362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234AE58-1F37-44BE-8BCC-BD47CBB6D0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23ae4f-c4e8-48bd-a156-3a6ed64ee840"/>
    <ds:schemaRef ds:uri="2fc92963-ec3a-4730-8ea3-7221b6caf3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F5F6B8-8CA8-42FC-ABA9-1599493B686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6ec3f30-2d4f-4250-82e1-372410d23208}" enabled="0" method="" siteId="{46ec3f30-2d4f-4250-82e1-372410d2320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TM02900720[[fn=インテグラル]]</Template>
  <TotalTime>4126</TotalTime>
  <Words>376</Words>
  <Application>Microsoft Office PowerPoint</Application>
  <PresentationFormat>ワイド画面</PresentationFormat>
  <Paragraphs>59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Arial</vt:lpstr>
      <vt:lpstr>Calibri</vt:lpstr>
      <vt:lpstr>Calibri Light</vt:lpstr>
      <vt:lpstr>Wingdings</vt:lpstr>
      <vt:lpstr>レトロスペクト</vt:lpstr>
      <vt:lpstr>PythonNNMEC.mクラス向け Pythonの仮想実行環境venv設定方法</vt:lpstr>
      <vt:lpstr>Python本体のversion確認及びインストール</vt:lpstr>
      <vt:lpstr>Python仮想環境(venv)の構築</vt:lpstr>
      <vt:lpstr>仮想環境の構築</vt:lpstr>
      <vt:lpstr>エラー等が発生した場合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小関 陽輔 (Yosuke KOSEKI)</dc:creator>
  <cp:lastModifiedBy>小関 陽輔 (Yosuke KOSEKI)</cp:lastModifiedBy>
  <cp:revision>19</cp:revision>
  <dcterms:created xsi:type="dcterms:W3CDTF">2026-04-13T03:17:40Z</dcterms:created>
  <dcterms:modified xsi:type="dcterms:W3CDTF">2026-10-08T06:51:03Z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0x010100F0BF34DA9A9AB14A9F7AC31FBE37F9E5</vt:lpwstr>
  </property>
  <property fmtid="{D5CDD505-2E9C-101B-9397-08002B2CF9AE}" pid="3" name="MediaServiceImageTags">
    <vt:lpwstr/>
  </property>
</Properties>
</file>